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8"/>
  </p:notesMasterIdLst>
  <p:sldIdLst>
    <p:sldId id="256" r:id="rId2"/>
    <p:sldId id="257" r:id="rId3"/>
    <p:sldId id="258" r:id="rId4"/>
    <p:sldId id="318" r:id="rId5"/>
    <p:sldId id="262" r:id="rId6"/>
    <p:sldId id="316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49" autoAdjust="0"/>
    <p:restoredTop sz="94726"/>
  </p:normalViewPr>
  <p:slideViewPr>
    <p:cSldViewPr snapToGrid="0">
      <p:cViewPr varScale="1">
        <p:scale>
          <a:sx n="120" d="100"/>
          <a:sy n="120" d="100"/>
        </p:scale>
        <p:origin x="1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29/11/25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6176B-4033-4C4F-9172-EA6405CF2334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337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9" name="Google Shape;11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  <a:defRPr sz="25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ES" dirty="0"/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8371859" y="4553238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r">
              <a:defRPr lang="es-PE" sz="1800" smtClean="0">
                <a:solidFill>
                  <a:srgbClr val="002060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02060"/>
              </a:buClr>
              <a:buSzPts val="1800"/>
            </a:pPr>
            <a:fld id="{75C70C58-02E6-BE4A-9320-917330A400ED}" type="datetimeFigureOut">
              <a:rPr lang="es-PE" smtClean="0"/>
              <a:pPr>
                <a:lnSpc>
                  <a:spcPct val="90000"/>
                </a:lnSpc>
                <a:buClr>
                  <a:srgbClr val="002060"/>
                </a:buClr>
                <a:buSzPts val="1800"/>
              </a:pPr>
              <a:t>29/11/25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8562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4400"/>
              <a:buFont typeface="Arial"/>
              <a:buNone/>
              <a:defRPr sz="40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a16:creationId xmlns:a16="http://schemas.microsoft.com/office/drawing/2014/main"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088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Índice" preserve="1" userDrawn="1">
  <p:cSld name="Index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a16:creationId xmlns:a16="http://schemas.microsoft.com/office/drawing/2014/main"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a16:creationId xmlns:a16="http://schemas.microsoft.com/office/drawing/2014/main"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6D95D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a16:creationId xmlns:a16="http://schemas.microsoft.com/office/drawing/2014/main"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F09F3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a16:creationId xmlns:a16="http://schemas.microsoft.com/office/drawing/2014/main"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987D9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F5D14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a16:creationId xmlns:a16="http://schemas.microsoft.com/office/drawing/2014/main"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a16:creationId xmlns:a16="http://schemas.microsoft.com/office/drawing/2014/main"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a16:creationId xmlns:a16="http://schemas.microsoft.com/office/drawing/2014/main"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a16:creationId xmlns:a16="http://schemas.microsoft.com/office/drawing/2014/main"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a16:creationId xmlns:a16="http://schemas.microsoft.com/office/drawing/2014/main"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a16:creationId xmlns:a16="http://schemas.microsoft.com/office/drawing/2014/main"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a16:creationId xmlns:a16="http://schemas.microsoft.com/office/drawing/2014/main"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a16:creationId xmlns:a16="http://schemas.microsoft.com/office/drawing/2014/main"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a16:creationId xmlns:a16="http://schemas.microsoft.com/office/drawing/2014/main"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2060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0206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a16:creationId xmlns:a16="http://schemas.microsoft.com/office/drawing/2014/main"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a16:creationId xmlns:a16="http://schemas.microsoft.com/office/drawing/2014/main"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74BD80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a16:creationId xmlns:a16="http://schemas.microsoft.com/office/drawing/2014/main"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DA4C4C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64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/>
            </a:lvl1pPr>
          </a:lstStyle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29/11/25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a16:creationId xmlns:a16="http://schemas.microsoft.com/office/drawing/2014/main"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a16:creationId xmlns:a16="http://schemas.microsoft.com/office/drawing/2014/main"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a16:creationId xmlns:a16="http://schemas.microsoft.com/office/drawing/2014/main"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a16:creationId xmlns:a16="http://schemas.microsoft.com/office/drawing/2014/main"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a16:creationId xmlns:a16="http://schemas.microsoft.com/office/drawing/2014/main"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a16:creationId xmlns:a16="http://schemas.microsoft.com/office/drawing/2014/main"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02060"/>
                </a:solidFill>
              </a:defRPr>
            </a:lvl1pPr>
            <a:lvl2pPr algn="just">
              <a:defRPr sz="2000" b="0">
                <a:solidFill>
                  <a:srgbClr val="002060"/>
                </a:solidFill>
              </a:defRPr>
            </a:lvl2pPr>
            <a:lvl3pPr algn="just">
              <a:defRPr sz="2000" b="0">
                <a:solidFill>
                  <a:srgbClr val="002060"/>
                </a:solidFill>
              </a:defRPr>
            </a:lvl3pPr>
            <a:lvl4pPr algn="just">
              <a:defRPr sz="2000" b="0">
                <a:solidFill>
                  <a:srgbClr val="002060"/>
                </a:solidFill>
              </a:defRPr>
            </a:lvl4pPr>
            <a:lvl5pPr algn="just"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6334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 u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3000">
                <a:solidFill>
                  <a:srgbClr val="66666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554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730D93-492C-6972-9F61-D0565EE05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964" y="1347419"/>
            <a:ext cx="11268572" cy="867982"/>
          </a:xfrm>
        </p:spPr>
        <p:txBody>
          <a:bodyPr anchor="t">
            <a:normAutofit/>
          </a:bodyPr>
          <a:lstStyle>
            <a:lvl1pPr marL="0" indent="0" algn="just">
              <a:buNone/>
              <a:defRPr lang="es-MX" sz="1800" b="0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4B485A-57F7-1FA6-AB92-7158ED440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463" y="2316479"/>
            <a:ext cx="11268571" cy="242617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6D6CFF-1538-E2CA-CA1E-B5946DB63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730035" y="1653104"/>
            <a:ext cx="260607" cy="823912"/>
          </a:xfrm>
        </p:spPr>
        <p:txBody>
          <a:bodyPr anchor="b">
            <a:noAutofit/>
          </a:bodyPr>
          <a:lstStyle>
            <a:lvl1pPr marL="0" indent="0">
              <a:buNone/>
              <a:defRPr sz="1100" b="1">
                <a:solidFill>
                  <a:srgbClr val="F2F2F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DE9590-488F-40AB-4D9D-1A304942B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743621" y="2510632"/>
            <a:ext cx="260607" cy="3684588"/>
          </a:xfrm>
        </p:spPr>
        <p:txBody>
          <a:bodyPr>
            <a:normAutofit/>
          </a:bodyPr>
          <a:lstStyle>
            <a:lvl1pPr>
              <a:defRPr sz="700">
                <a:solidFill>
                  <a:srgbClr val="F2F2F2"/>
                </a:solidFill>
              </a:defRPr>
            </a:lvl1pPr>
            <a:lvl2pPr>
              <a:defRPr sz="500">
                <a:solidFill>
                  <a:srgbClr val="F2F2F2"/>
                </a:solidFill>
              </a:defRPr>
            </a:lvl2pPr>
            <a:lvl3pPr>
              <a:defRPr sz="500">
                <a:solidFill>
                  <a:srgbClr val="F2F2F2"/>
                </a:solidFill>
              </a:defRPr>
            </a:lvl3pPr>
            <a:lvl4pPr>
              <a:defRPr sz="500">
                <a:solidFill>
                  <a:srgbClr val="F2F2F2"/>
                </a:solidFill>
              </a:defRPr>
            </a:lvl4pPr>
            <a:lvl5pPr>
              <a:defRPr sz="500"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244659C9-C437-813E-185D-99344A995D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grpSp>
        <p:nvGrpSpPr>
          <p:cNvPr id="12" name="Google Shape;213;p58">
            <a:extLst>
              <a:ext uri="{FF2B5EF4-FFF2-40B4-BE49-F238E27FC236}">
                <a16:creationId xmlns:a16="http://schemas.microsoft.com/office/drawing/2014/main" id="{705C75FE-38D2-8121-AC90-468557240D8D}"/>
              </a:ext>
            </a:extLst>
          </p:cNvPr>
          <p:cNvGrpSpPr/>
          <p:nvPr userDrawn="1"/>
        </p:nvGrpSpPr>
        <p:grpSpPr>
          <a:xfrm>
            <a:off x="2523077" y="4770720"/>
            <a:ext cx="7145845" cy="1304417"/>
            <a:chOff x="2428407" y="4852785"/>
            <a:chExt cx="7145845" cy="1304417"/>
          </a:xfrm>
        </p:grpSpPr>
        <p:cxnSp>
          <p:nvCxnSpPr>
            <p:cNvPr id="13" name="Google Shape;214;p58">
              <a:extLst>
                <a:ext uri="{FF2B5EF4-FFF2-40B4-BE49-F238E27FC236}">
                  <a16:creationId xmlns:a16="http://schemas.microsoft.com/office/drawing/2014/main" id="{48598273-830C-4D26-BFBE-03580C643C9D}"/>
                </a:ext>
              </a:extLst>
            </p:cNvPr>
            <p:cNvCxnSpPr/>
            <p:nvPr/>
          </p:nvCxnSpPr>
          <p:spPr>
            <a:xfrm>
              <a:off x="4280681" y="5114396"/>
              <a:ext cx="3735092" cy="0"/>
            </a:xfrm>
            <a:prstGeom prst="straightConnector1">
              <a:avLst/>
            </a:prstGeom>
            <a:noFill/>
            <a:ln w="38100" cap="flat" cmpd="sng">
              <a:solidFill>
                <a:srgbClr val="001F5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" name="Google Shape;215;p58">
              <a:extLst>
                <a:ext uri="{FF2B5EF4-FFF2-40B4-BE49-F238E27FC236}">
                  <a16:creationId xmlns:a16="http://schemas.microsoft.com/office/drawing/2014/main" id="{10B20A59-81E4-D83A-CEAB-7FCF6C8AA599}"/>
                </a:ext>
              </a:extLst>
            </p:cNvPr>
            <p:cNvSpPr/>
            <p:nvPr/>
          </p:nvSpPr>
          <p:spPr>
            <a:xfrm>
              <a:off x="2428407" y="4852786"/>
              <a:ext cx="1757396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Totalmente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en desacuerdo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16;p58">
              <a:extLst>
                <a:ext uri="{FF2B5EF4-FFF2-40B4-BE49-F238E27FC236}">
                  <a16:creationId xmlns:a16="http://schemas.microsoft.com/office/drawing/2014/main" id="{F1F29AEF-F3B1-4622-DEA0-BE3A83B16B96}"/>
                </a:ext>
              </a:extLst>
            </p:cNvPr>
            <p:cNvSpPr/>
            <p:nvPr/>
          </p:nvSpPr>
          <p:spPr>
            <a:xfrm>
              <a:off x="8248248" y="4852785"/>
              <a:ext cx="1326004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Totalmente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de acuerdo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217;p58">
              <a:extLst>
                <a:ext uri="{FF2B5EF4-FFF2-40B4-BE49-F238E27FC236}">
                  <a16:creationId xmlns:a16="http://schemas.microsoft.com/office/drawing/2014/main" id="{7FAF4825-66D3-FDC7-9C45-BFB5730B5948}"/>
                </a:ext>
              </a:extLst>
            </p:cNvPr>
            <p:cNvSpPr/>
            <p:nvPr/>
          </p:nvSpPr>
          <p:spPr>
            <a:xfrm>
              <a:off x="4622977" y="5614792"/>
              <a:ext cx="232475" cy="1758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18;p58">
              <a:extLst>
                <a:ext uri="{FF2B5EF4-FFF2-40B4-BE49-F238E27FC236}">
                  <a16:creationId xmlns:a16="http://schemas.microsoft.com/office/drawing/2014/main" id="{206FFEAE-63A4-6210-456B-28090DE0CBE6}"/>
                </a:ext>
              </a:extLst>
            </p:cNvPr>
            <p:cNvSpPr/>
            <p:nvPr/>
          </p:nvSpPr>
          <p:spPr>
            <a:xfrm>
              <a:off x="5428888" y="5614792"/>
              <a:ext cx="232475" cy="175837"/>
            </a:xfrm>
            <a:prstGeom prst="rect">
              <a:avLst/>
            </a:prstGeom>
            <a:solidFill>
              <a:srgbClr val="FFD9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19;p58">
              <a:extLst>
                <a:ext uri="{FF2B5EF4-FFF2-40B4-BE49-F238E27FC236}">
                  <a16:creationId xmlns:a16="http://schemas.microsoft.com/office/drawing/2014/main" id="{C0452A14-7B1C-2DD5-EA1C-EB6587D4D2D5}"/>
                </a:ext>
              </a:extLst>
            </p:cNvPr>
            <p:cNvSpPr/>
            <p:nvPr/>
          </p:nvSpPr>
          <p:spPr>
            <a:xfrm>
              <a:off x="6234799" y="5618613"/>
              <a:ext cx="232475" cy="175837"/>
            </a:xfrm>
            <a:prstGeom prst="rect">
              <a:avLst/>
            </a:prstGeom>
            <a:solidFill>
              <a:srgbClr val="ADD49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20;p58">
              <a:extLst>
                <a:ext uri="{FF2B5EF4-FFF2-40B4-BE49-F238E27FC236}">
                  <a16:creationId xmlns:a16="http://schemas.microsoft.com/office/drawing/2014/main" id="{FFD04CBB-E620-FDCF-2134-755946DD3E48}"/>
                </a:ext>
              </a:extLst>
            </p:cNvPr>
            <p:cNvSpPr/>
            <p:nvPr/>
          </p:nvSpPr>
          <p:spPr>
            <a:xfrm>
              <a:off x="7040710" y="5614792"/>
              <a:ext cx="232475" cy="17583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21;p58">
              <a:extLst>
                <a:ext uri="{FF2B5EF4-FFF2-40B4-BE49-F238E27FC236}">
                  <a16:creationId xmlns:a16="http://schemas.microsoft.com/office/drawing/2014/main" id="{629CB71E-FE14-CB86-761E-EA28B67832BB}"/>
                </a:ext>
              </a:extLst>
            </p:cNvPr>
            <p:cNvSpPr/>
            <p:nvPr/>
          </p:nvSpPr>
          <p:spPr>
            <a:xfrm>
              <a:off x="4599344" y="5818688"/>
              <a:ext cx="3270909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ES" sz="1600" b="0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1             2            3            4</a:t>
              </a:r>
              <a:endParaRPr sz="1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" name="Google Shape;83;p50">
            <a:extLst>
              <a:ext uri="{FF2B5EF4-FFF2-40B4-BE49-F238E27FC236}">
                <a16:creationId xmlns:a16="http://schemas.microsoft.com/office/drawing/2014/main"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1386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userDrawn="1">
  <p:cSld name="Two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sp>
        <p:nvSpPr>
          <p:cNvPr id="2" name="Place holder 1">
            <a:extLst>
              <a:ext uri="{FF2B5EF4-FFF2-40B4-BE49-F238E27FC236}">
                <a16:creationId xmlns:a16="http://schemas.microsoft.com/office/drawing/2014/main"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60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42669" y="2193692"/>
            <a:ext cx="2506662" cy="2506662"/>
          </a:xfrm>
          <a:prstGeom prst="rect">
            <a:avLst/>
          </a:prstGeom>
        </p:spPr>
      </p:pic>
      <p:sp>
        <p:nvSpPr>
          <p:cNvPr id="5" name="Place holder 2">
            <a:extLst>
              <a:ext uri="{FF2B5EF4-FFF2-40B4-BE49-F238E27FC236}">
                <a16:creationId xmlns:a16="http://schemas.microsoft.com/office/drawing/2014/main"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53872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916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963" y="830318"/>
            <a:ext cx="11358562" cy="1198179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800" b="1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6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2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200" b="0" i="1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 dirty="0"/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36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4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94B43534-0E74-EA0C-D2F8-D6E1A2CC7E00}"/>
              </a:ext>
            </a:extLst>
          </p:cNvPr>
          <p:cNvGrpSpPr/>
          <p:nvPr userDrawn="1"/>
        </p:nvGrpSpPr>
        <p:grpSpPr>
          <a:xfrm>
            <a:off x="519448" y="-30822"/>
            <a:ext cx="10282220" cy="5077733"/>
            <a:chOff x="519448" y="-30822"/>
            <a:chExt cx="10282220" cy="5077733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E5319A91-F8DA-D500-34F1-3F62A584EE50}"/>
                </a:ext>
              </a:extLst>
            </p:cNvPr>
            <p:cNvGrpSpPr/>
            <p:nvPr userDrawn="1"/>
          </p:nvGrpSpPr>
          <p:grpSpPr>
            <a:xfrm>
              <a:off x="519448" y="-30822"/>
              <a:ext cx="10282220" cy="5077733"/>
              <a:chOff x="519448" y="-30822"/>
              <a:chExt cx="10282220" cy="5077733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7532861C-3EA1-00BF-BABC-6304AD92F794}"/>
                  </a:ext>
                </a:extLst>
              </p:cNvPr>
              <p:cNvGrpSpPr/>
              <p:nvPr userDrawn="1"/>
            </p:nvGrpSpPr>
            <p:grpSpPr>
              <a:xfrm>
                <a:off x="2963755" y="-19664"/>
                <a:ext cx="1097464" cy="5066575"/>
                <a:chOff x="2963755" y="-19664"/>
                <a:chExt cx="1097464" cy="5066575"/>
              </a:xfrm>
            </p:grpSpPr>
            <p:sp>
              <p:nvSpPr>
                <p:cNvPr id="57" name="Google Shape;33;p47">
                  <a:extLst>
                    <a:ext uri="{FF2B5EF4-FFF2-40B4-BE49-F238E27FC236}">
                      <a16:creationId xmlns:a16="http://schemas.microsoft.com/office/drawing/2014/main" id="{FE076DCD-A8A8-D87A-A90C-ECB9C6ABF4CC}"/>
                    </a:ext>
                  </a:extLst>
                </p:cNvPr>
                <p:cNvSpPr/>
                <p:nvPr/>
              </p:nvSpPr>
              <p:spPr>
                <a:xfrm flipH="1">
                  <a:off x="3484680" y="-19664"/>
                  <a:ext cx="56084" cy="3572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9" h="194507" extrusionOk="0">
                      <a:moveTo>
                        <a:pt x="0" y="0"/>
                      </a:moveTo>
                      <a:lnTo>
                        <a:pt x="0" y="194506"/>
                      </a:lnTo>
                      <a:lnTo>
                        <a:pt x="2869" y="194506"/>
                      </a:lnTo>
                      <a:lnTo>
                        <a:pt x="2869" y="0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34;p47">
                  <a:extLst>
                    <a:ext uri="{FF2B5EF4-FFF2-40B4-BE49-F238E27FC236}">
                      <a16:creationId xmlns:a16="http://schemas.microsoft.com/office/drawing/2014/main" id="{42EA9277-4E83-EBF1-5918-1737BA602DF8}"/>
                    </a:ext>
                  </a:extLst>
                </p:cNvPr>
                <p:cNvSpPr/>
                <p:nvPr/>
              </p:nvSpPr>
              <p:spPr>
                <a:xfrm flipH="1">
                  <a:off x="2963755" y="3962040"/>
                  <a:ext cx="1097464" cy="1084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41" h="66348" extrusionOk="0">
                      <a:moveTo>
                        <a:pt x="3937" y="25252"/>
                      </a:moveTo>
                      <a:cubicBezTo>
                        <a:pt x="1435" y="29321"/>
                        <a:pt x="0" y="34058"/>
                        <a:pt x="0" y="39128"/>
                      </a:cubicBezTo>
                      <a:cubicBezTo>
                        <a:pt x="0" y="54173"/>
                        <a:pt x="12543" y="66348"/>
                        <a:pt x="28054" y="66348"/>
                      </a:cubicBezTo>
                      <a:cubicBezTo>
                        <a:pt x="43565" y="66348"/>
                        <a:pt x="56141" y="54173"/>
                        <a:pt x="56141" y="39128"/>
                      </a:cubicBezTo>
                      <a:cubicBezTo>
                        <a:pt x="56141" y="34058"/>
                        <a:pt x="54673" y="29288"/>
                        <a:pt x="52171" y="25252"/>
                      </a:cubicBezTo>
                      <a:lnTo>
                        <a:pt x="52271" y="25252"/>
                      </a:lnTo>
                      <a:cubicBezTo>
                        <a:pt x="40763" y="7939"/>
                        <a:pt x="41964" y="0"/>
                        <a:pt x="41964" y="0"/>
                      </a:cubicBezTo>
                      <a:lnTo>
                        <a:pt x="28054" y="0"/>
                      </a:lnTo>
                      <a:lnTo>
                        <a:pt x="14177" y="0"/>
                      </a:lnTo>
                      <a:cubicBezTo>
                        <a:pt x="14177" y="0"/>
                        <a:pt x="15378" y="7939"/>
                        <a:pt x="3837" y="25252"/>
                      </a:cubicBezTo>
                      <a:close/>
                    </a:path>
                  </a:pathLst>
                </a:custGeom>
                <a:solidFill>
                  <a:srgbClr val="6D95D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35;p47">
                  <a:extLst>
                    <a:ext uri="{FF2B5EF4-FFF2-40B4-BE49-F238E27FC236}">
                      <a16:creationId xmlns:a16="http://schemas.microsoft.com/office/drawing/2014/main" id="{A40AD3E8-2145-304F-2E58-EFF467B4ACF1}"/>
                    </a:ext>
                  </a:extLst>
                </p:cNvPr>
                <p:cNvSpPr/>
                <p:nvPr/>
              </p:nvSpPr>
              <p:spPr>
                <a:xfrm flipH="1">
                  <a:off x="3240845" y="3680554"/>
                  <a:ext cx="543190" cy="281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7" h="17213" extrusionOk="0">
                      <a:moveTo>
                        <a:pt x="13877" y="17212"/>
                      </a:moveTo>
                      <a:lnTo>
                        <a:pt x="13877" y="17212"/>
                      </a:lnTo>
                      <a:lnTo>
                        <a:pt x="27787" y="17212"/>
                      </a:lnTo>
                      <a:lnTo>
                        <a:pt x="27787" y="5738"/>
                      </a:lnTo>
                      <a:lnTo>
                        <a:pt x="24017" y="0"/>
                      </a:lnTo>
                      <a:lnTo>
                        <a:pt x="13877" y="0"/>
                      </a:lnTo>
                      <a:lnTo>
                        <a:pt x="13877" y="0"/>
                      </a:lnTo>
                      <a:lnTo>
                        <a:pt x="3770" y="0"/>
                      </a:lnTo>
                      <a:lnTo>
                        <a:pt x="0" y="5738"/>
                      </a:lnTo>
                      <a:lnTo>
                        <a:pt x="0" y="1721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36;p47">
                  <a:extLst>
                    <a:ext uri="{FF2B5EF4-FFF2-40B4-BE49-F238E27FC236}">
                      <a16:creationId xmlns:a16="http://schemas.microsoft.com/office/drawing/2014/main" id="{0CF81018-8FF6-711D-1ED7-EE500E76E23B}"/>
                    </a:ext>
                  </a:extLst>
                </p:cNvPr>
                <p:cNvSpPr/>
                <p:nvPr/>
              </p:nvSpPr>
              <p:spPr>
                <a:xfrm flipH="1">
                  <a:off x="3196517" y="3521249"/>
                  <a:ext cx="632526" cy="405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7" h="24786" extrusionOk="0">
                      <a:moveTo>
                        <a:pt x="32357" y="24785"/>
                      </a:moveTo>
                      <a:lnTo>
                        <a:pt x="1" y="24785"/>
                      </a:lnTo>
                      <a:lnTo>
                        <a:pt x="1" y="10342"/>
                      </a:lnTo>
                      <a:cubicBezTo>
                        <a:pt x="1" y="4637"/>
                        <a:pt x="4637" y="1"/>
                        <a:pt x="10341" y="1"/>
                      </a:cubicBezTo>
                      <a:lnTo>
                        <a:pt x="22016" y="1"/>
                      </a:lnTo>
                      <a:cubicBezTo>
                        <a:pt x="27754" y="1"/>
                        <a:pt x="32357" y="4637"/>
                        <a:pt x="32357" y="10342"/>
                      </a:cubicBezTo>
                      <a:lnTo>
                        <a:pt x="32357" y="24785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37;p47">
                  <a:extLst>
                    <a:ext uri="{FF2B5EF4-FFF2-40B4-BE49-F238E27FC236}">
                      <a16:creationId xmlns:a16="http://schemas.microsoft.com/office/drawing/2014/main" id="{93BAB0CE-4EEA-4061-A7EA-C28671725150}"/>
                    </a:ext>
                  </a:extLst>
                </p:cNvPr>
                <p:cNvSpPr/>
                <p:nvPr/>
              </p:nvSpPr>
              <p:spPr>
                <a:xfrm flipH="1">
                  <a:off x="3182951" y="4347319"/>
                  <a:ext cx="696408" cy="4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13" h="11976" extrusionOk="0">
                      <a:moveTo>
                        <a:pt x="17213" y="5238"/>
                      </a:moveTo>
                      <a:cubicBezTo>
                        <a:pt x="16445" y="11976"/>
                        <a:pt x="10041" y="10475"/>
                        <a:pt x="8807" y="5571"/>
                      </a:cubicBezTo>
                      <a:cubicBezTo>
                        <a:pt x="8740" y="5571"/>
                        <a:pt x="8673" y="5538"/>
                        <a:pt x="8606" y="5538"/>
                      </a:cubicBezTo>
                      <a:cubicBezTo>
                        <a:pt x="8540" y="5538"/>
                        <a:pt x="8473" y="5571"/>
                        <a:pt x="8406" y="5571"/>
                      </a:cubicBezTo>
                      <a:cubicBezTo>
                        <a:pt x="7172" y="10441"/>
                        <a:pt x="767" y="11976"/>
                        <a:pt x="0" y="5238"/>
                      </a:cubicBezTo>
                      <a:cubicBezTo>
                        <a:pt x="334" y="4604"/>
                        <a:pt x="467" y="4270"/>
                        <a:pt x="834" y="4170"/>
                      </a:cubicBezTo>
                      <a:cubicBezTo>
                        <a:pt x="1935" y="2936"/>
                        <a:pt x="3836" y="1"/>
                        <a:pt x="5471" y="2002"/>
                      </a:cubicBezTo>
                      <a:cubicBezTo>
                        <a:pt x="6038" y="2703"/>
                        <a:pt x="5571" y="2869"/>
                        <a:pt x="5171" y="2502"/>
                      </a:cubicBezTo>
                      <a:cubicBezTo>
                        <a:pt x="4070" y="1302"/>
                        <a:pt x="3069" y="3170"/>
                        <a:pt x="2502" y="4170"/>
                      </a:cubicBezTo>
                      <a:lnTo>
                        <a:pt x="8006" y="4170"/>
                      </a:lnTo>
                      <a:lnTo>
                        <a:pt x="8606" y="4170"/>
                      </a:lnTo>
                      <a:lnTo>
                        <a:pt x="9240" y="4170"/>
                      </a:lnTo>
                      <a:lnTo>
                        <a:pt x="14711" y="4170"/>
                      </a:lnTo>
                      <a:cubicBezTo>
                        <a:pt x="14144" y="3170"/>
                        <a:pt x="13110" y="1302"/>
                        <a:pt x="12009" y="2502"/>
                      </a:cubicBezTo>
                      <a:cubicBezTo>
                        <a:pt x="11642" y="2869"/>
                        <a:pt x="11175" y="2703"/>
                        <a:pt x="11742" y="2002"/>
                      </a:cubicBezTo>
                      <a:cubicBezTo>
                        <a:pt x="13376" y="34"/>
                        <a:pt x="15278" y="2903"/>
                        <a:pt x="16379" y="4170"/>
                      </a:cubicBezTo>
                      <a:cubicBezTo>
                        <a:pt x="16746" y="4237"/>
                        <a:pt x="16879" y="4604"/>
                        <a:pt x="17213" y="5238"/>
                      </a:cubicBezTo>
                      <a:close/>
                      <a:moveTo>
                        <a:pt x="7572" y="4904"/>
                      </a:moveTo>
                      <a:lnTo>
                        <a:pt x="1435" y="4904"/>
                      </a:lnTo>
                      <a:lnTo>
                        <a:pt x="1435" y="4904"/>
                      </a:lnTo>
                      <a:cubicBezTo>
                        <a:pt x="1401" y="4904"/>
                        <a:pt x="1335" y="4904"/>
                        <a:pt x="1301" y="4937"/>
                      </a:cubicBezTo>
                      <a:cubicBezTo>
                        <a:pt x="1201" y="4971"/>
                        <a:pt x="1034" y="5304"/>
                        <a:pt x="934" y="5505"/>
                      </a:cubicBezTo>
                      <a:cubicBezTo>
                        <a:pt x="1134" y="6972"/>
                        <a:pt x="1768" y="8740"/>
                        <a:pt x="3403" y="9007"/>
                      </a:cubicBezTo>
                      <a:cubicBezTo>
                        <a:pt x="4337" y="9140"/>
                        <a:pt x="5271" y="8774"/>
                        <a:pt x="5971" y="8173"/>
                      </a:cubicBezTo>
                      <a:cubicBezTo>
                        <a:pt x="6905" y="7406"/>
                        <a:pt x="7406" y="6338"/>
                        <a:pt x="7606" y="5171"/>
                      </a:cubicBezTo>
                      <a:cubicBezTo>
                        <a:pt x="7639" y="5004"/>
                        <a:pt x="7706" y="4904"/>
                        <a:pt x="7572" y="4904"/>
                      </a:cubicBezTo>
                      <a:close/>
                      <a:moveTo>
                        <a:pt x="9674" y="4904"/>
                      </a:moveTo>
                      <a:cubicBezTo>
                        <a:pt x="9540" y="4904"/>
                        <a:pt x="9574" y="5004"/>
                        <a:pt x="9607" y="5171"/>
                      </a:cubicBezTo>
                      <a:cubicBezTo>
                        <a:pt x="9807" y="6338"/>
                        <a:pt x="10341" y="7406"/>
                        <a:pt x="11275" y="8173"/>
                      </a:cubicBezTo>
                      <a:cubicBezTo>
                        <a:pt x="11975" y="8774"/>
                        <a:pt x="12876" y="9140"/>
                        <a:pt x="13810" y="9007"/>
                      </a:cubicBezTo>
                      <a:cubicBezTo>
                        <a:pt x="15445" y="8740"/>
                        <a:pt x="16078" y="6972"/>
                        <a:pt x="16279" y="5505"/>
                      </a:cubicBezTo>
                      <a:cubicBezTo>
                        <a:pt x="16178" y="5304"/>
                        <a:pt x="16012" y="5004"/>
                        <a:pt x="15912" y="4937"/>
                      </a:cubicBezTo>
                      <a:cubicBezTo>
                        <a:pt x="15878" y="4904"/>
                        <a:pt x="15812" y="4904"/>
                        <a:pt x="15778" y="4904"/>
                      </a:cubicBezTo>
                      <a:lnTo>
                        <a:pt x="15778" y="4904"/>
                      </a:lnTo>
                      <a:lnTo>
                        <a:pt x="9674" y="490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FFE161ED-5DA7-4F2F-51AF-38C5D61CE600}"/>
                  </a:ext>
                </a:extLst>
              </p:cNvPr>
              <p:cNvGrpSpPr/>
              <p:nvPr userDrawn="1"/>
            </p:nvGrpSpPr>
            <p:grpSpPr>
              <a:xfrm>
                <a:off x="2152406" y="-30822"/>
                <a:ext cx="1000065" cy="3308215"/>
                <a:chOff x="2152406" y="-30822"/>
                <a:chExt cx="1000065" cy="3308215"/>
              </a:xfrm>
            </p:grpSpPr>
            <p:sp>
              <p:nvSpPr>
                <p:cNvPr id="49" name="Google Shape;39;p47">
                  <a:extLst>
                    <a:ext uri="{FF2B5EF4-FFF2-40B4-BE49-F238E27FC236}">
                      <a16:creationId xmlns:a16="http://schemas.microsoft.com/office/drawing/2014/main" id="{629F55E9-0E07-8B76-7BB3-7E3D94A53AF6}"/>
                    </a:ext>
                  </a:extLst>
                </p:cNvPr>
                <p:cNvSpPr/>
                <p:nvPr/>
              </p:nvSpPr>
              <p:spPr>
                <a:xfrm flipH="1">
                  <a:off x="2626488" y="-30822"/>
                  <a:ext cx="51712" cy="1801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" h="101407" extrusionOk="0">
                      <a:moveTo>
                        <a:pt x="1" y="1"/>
                      </a:moveTo>
                      <a:lnTo>
                        <a:pt x="1" y="101407"/>
                      </a:lnTo>
                      <a:lnTo>
                        <a:pt x="2903" y="101407"/>
                      </a:lnTo>
                      <a:lnTo>
                        <a:pt x="2903" y="1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40;p47">
                  <a:extLst>
                    <a:ext uri="{FF2B5EF4-FFF2-40B4-BE49-F238E27FC236}">
                      <a16:creationId xmlns:a16="http://schemas.microsoft.com/office/drawing/2014/main" id="{BA5C475C-0F50-D159-E00E-694DF6D01E95}"/>
                    </a:ext>
                  </a:extLst>
                </p:cNvPr>
                <p:cNvSpPr/>
                <p:nvPr/>
              </p:nvSpPr>
              <p:spPr>
                <a:xfrm flipH="1">
                  <a:off x="2152406" y="2121636"/>
                  <a:ext cx="1000065" cy="115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41" h="66348" extrusionOk="0">
                      <a:moveTo>
                        <a:pt x="3937" y="25252"/>
                      </a:moveTo>
                      <a:cubicBezTo>
                        <a:pt x="1435" y="29321"/>
                        <a:pt x="1" y="34058"/>
                        <a:pt x="1" y="39128"/>
                      </a:cubicBezTo>
                      <a:cubicBezTo>
                        <a:pt x="1" y="54173"/>
                        <a:pt x="12543" y="66348"/>
                        <a:pt x="28054" y="66348"/>
                      </a:cubicBezTo>
                      <a:cubicBezTo>
                        <a:pt x="43565" y="66348"/>
                        <a:pt x="56141" y="54173"/>
                        <a:pt x="56141" y="39128"/>
                      </a:cubicBezTo>
                      <a:cubicBezTo>
                        <a:pt x="56141" y="34058"/>
                        <a:pt x="54673" y="29321"/>
                        <a:pt x="52171" y="25252"/>
                      </a:cubicBezTo>
                      <a:lnTo>
                        <a:pt x="52305" y="25252"/>
                      </a:lnTo>
                      <a:cubicBezTo>
                        <a:pt x="40763" y="7939"/>
                        <a:pt x="41964" y="0"/>
                        <a:pt x="41964" y="0"/>
                      </a:cubicBezTo>
                      <a:lnTo>
                        <a:pt x="28054" y="0"/>
                      </a:lnTo>
                      <a:lnTo>
                        <a:pt x="14178" y="0"/>
                      </a:lnTo>
                      <a:cubicBezTo>
                        <a:pt x="14178" y="0"/>
                        <a:pt x="15378" y="7939"/>
                        <a:pt x="3837" y="25252"/>
                      </a:cubicBezTo>
                      <a:close/>
                    </a:path>
                  </a:pathLst>
                </a:custGeom>
                <a:solidFill>
                  <a:srgbClr val="F09F3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41;p47">
                  <a:extLst>
                    <a:ext uri="{FF2B5EF4-FFF2-40B4-BE49-F238E27FC236}">
                      <a16:creationId xmlns:a16="http://schemas.microsoft.com/office/drawing/2014/main" id="{98713615-6C7B-EE41-7466-C69877B60B2A}"/>
                    </a:ext>
                  </a:extLst>
                </p:cNvPr>
                <p:cNvSpPr/>
                <p:nvPr/>
              </p:nvSpPr>
              <p:spPr>
                <a:xfrm flipH="1">
                  <a:off x="2404905" y="1821756"/>
                  <a:ext cx="494983" cy="299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7" h="17213" extrusionOk="0">
                      <a:moveTo>
                        <a:pt x="13877" y="17212"/>
                      </a:moveTo>
                      <a:lnTo>
                        <a:pt x="13877" y="17212"/>
                      </a:lnTo>
                      <a:lnTo>
                        <a:pt x="27787" y="17212"/>
                      </a:lnTo>
                      <a:lnTo>
                        <a:pt x="27787" y="5738"/>
                      </a:lnTo>
                      <a:lnTo>
                        <a:pt x="24018" y="0"/>
                      </a:lnTo>
                      <a:lnTo>
                        <a:pt x="13877" y="0"/>
                      </a:lnTo>
                      <a:lnTo>
                        <a:pt x="13877" y="0"/>
                      </a:lnTo>
                      <a:lnTo>
                        <a:pt x="3770" y="0"/>
                      </a:lnTo>
                      <a:lnTo>
                        <a:pt x="1" y="5738"/>
                      </a:lnTo>
                      <a:lnTo>
                        <a:pt x="1" y="1721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42;p47">
                  <a:extLst>
                    <a:ext uri="{FF2B5EF4-FFF2-40B4-BE49-F238E27FC236}">
                      <a16:creationId xmlns:a16="http://schemas.microsoft.com/office/drawing/2014/main" id="{6B9317F0-11D1-B010-15F0-13E7699519DB}"/>
                    </a:ext>
                  </a:extLst>
                </p:cNvPr>
                <p:cNvSpPr/>
                <p:nvPr/>
              </p:nvSpPr>
              <p:spPr>
                <a:xfrm flipH="1">
                  <a:off x="2364493" y="1652635"/>
                  <a:ext cx="576408" cy="431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8" h="24785" extrusionOk="0">
                      <a:moveTo>
                        <a:pt x="32357" y="24785"/>
                      </a:moveTo>
                      <a:lnTo>
                        <a:pt x="1" y="24785"/>
                      </a:lnTo>
                      <a:lnTo>
                        <a:pt x="1" y="10308"/>
                      </a:lnTo>
                      <a:cubicBezTo>
                        <a:pt x="1" y="4603"/>
                        <a:pt x="4638" y="0"/>
                        <a:pt x="10342" y="0"/>
                      </a:cubicBezTo>
                      <a:lnTo>
                        <a:pt x="22050" y="0"/>
                      </a:lnTo>
                      <a:cubicBezTo>
                        <a:pt x="27754" y="0"/>
                        <a:pt x="32357" y="4603"/>
                        <a:pt x="32357" y="10308"/>
                      </a:cubicBezTo>
                      <a:lnTo>
                        <a:pt x="32357" y="24785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" name="Google Shape;43;p47">
                  <a:extLst>
                    <a:ext uri="{FF2B5EF4-FFF2-40B4-BE49-F238E27FC236}">
                      <a16:creationId xmlns:a16="http://schemas.microsoft.com/office/drawing/2014/main" id="{1028AC18-DFC1-7390-E0E9-1DDC74D2FD73}"/>
                    </a:ext>
                  </a:extLst>
                </p:cNvPr>
                <p:cNvGrpSpPr/>
                <p:nvPr/>
              </p:nvGrpSpPr>
              <p:grpSpPr>
                <a:xfrm flipH="1">
                  <a:off x="2365776" y="2607516"/>
                  <a:ext cx="593635" cy="330320"/>
                  <a:chOff x="4982311" y="5560895"/>
                  <a:chExt cx="247738" cy="140954"/>
                </a:xfrm>
              </p:grpSpPr>
              <p:sp>
                <p:nvSpPr>
                  <p:cNvPr id="54" name="Google Shape;44;p47">
                    <a:extLst>
                      <a:ext uri="{FF2B5EF4-FFF2-40B4-BE49-F238E27FC236}">
                        <a16:creationId xmlns:a16="http://schemas.microsoft.com/office/drawing/2014/main" id="{9EC082E7-BADA-B68B-7CBE-6C3B99B53F5D}"/>
                      </a:ext>
                    </a:extLst>
                  </p:cNvPr>
                  <p:cNvSpPr/>
                  <p:nvPr/>
                </p:nvSpPr>
                <p:spPr>
                  <a:xfrm>
                    <a:off x="5053027" y="5560895"/>
                    <a:ext cx="106305" cy="140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3" h="10441" extrusionOk="0">
                        <a:moveTo>
                          <a:pt x="3102" y="4904"/>
                        </a:moveTo>
                        <a:cubicBezTo>
                          <a:pt x="1334" y="5437"/>
                          <a:pt x="0" y="7572"/>
                          <a:pt x="0" y="10141"/>
                        </a:cubicBezTo>
                        <a:cubicBezTo>
                          <a:pt x="0" y="10241"/>
                          <a:pt x="0" y="10341"/>
                          <a:pt x="0" y="10441"/>
                        </a:cubicBezTo>
                        <a:lnTo>
                          <a:pt x="7872" y="10441"/>
                        </a:lnTo>
                        <a:cubicBezTo>
                          <a:pt x="7872" y="10341"/>
                          <a:pt x="7872" y="10241"/>
                          <a:pt x="7872" y="10141"/>
                        </a:cubicBezTo>
                        <a:cubicBezTo>
                          <a:pt x="7872" y="7572"/>
                          <a:pt x="6538" y="5437"/>
                          <a:pt x="4770" y="4904"/>
                        </a:cubicBezTo>
                        <a:cubicBezTo>
                          <a:pt x="5771" y="4570"/>
                          <a:pt x="6505" y="3636"/>
                          <a:pt x="6505" y="2535"/>
                        </a:cubicBezTo>
                        <a:cubicBezTo>
                          <a:pt x="6505" y="1134"/>
                          <a:pt x="5371" y="0"/>
                          <a:pt x="3936" y="0"/>
                        </a:cubicBezTo>
                        <a:cubicBezTo>
                          <a:pt x="2502" y="0"/>
                          <a:pt x="1334" y="1134"/>
                          <a:pt x="1334" y="2535"/>
                        </a:cubicBezTo>
                        <a:cubicBezTo>
                          <a:pt x="1368" y="3636"/>
                          <a:pt x="2102" y="4570"/>
                          <a:pt x="3102" y="49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" name="Google Shape;45;p47">
                    <a:extLst>
                      <a:ext uri="{FF2B5EF4-FFF2-40B4-BE49-F238E27FC236}">
                        <a16:creationId xmlns:a16="http://schemas.microsoft.com/office/drawing/2014/main" id="{5832E6E0-08DD-C58F-8A1D-3726BE6321F8}"/>
                      </a:ext>
                    </a:extLst>
                  </p:cNvPr>
                  <p:cNvSpPr/>
                  <p:nvPr/>
                </p:nvSpPr>
                <p:spPr>
                  <a:xfrm>
                    <a:off x="4982311" y="5572142"/>
                    <a:ext cx="77923" cy="118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1" h="8774" extrusionOk="0">
                        <a:moveTo>
                          <a:pt x="2602" y="4137"/>
                        </a:moveTo>
                        <a:cubicBezTo>
                          <a:pt x="1101" y="4571"/>
                          <a:pt x="0" y="6372"/>
                          <a:pt x="0" y="8540"/>
                        </a:cubicBezTo>
                        <a:cubicBezTo>
                          <a:pt x="0" y="8607"/>
                          <a:pt x="0" y="8707"/>
                          <a:pt x="0" y="8774"/>
                        </a:cubicBezTo>
                        <a:lnTo>
                          <a:pt x="4737" y="8774"/>
                        </a:lnTo>
                        <a:cubicBezTo>
                          <a:pt x="4803" y="7673"/>
                          <a:pt x="5104" y="6606"/>
                          <a:pt x="5671" y="5672"/>
                        </a:cubicBezTo>
                        <a:lnTo>
                          <a:pt x="5771" y="5505"/>
                        </a:lnTo>
                        <a:cubicBezTo>
                          <a:pt x="5304" y="4838"/>
                          <a:pt x="4703" y="4337"/>
                          <a:pt x="4003" y="4137"/>
                        </a:cubicBezTo>
                        <a:cubicBezTo>
                          <a:pt x="4870" y="3837"/>
                          <a:pt x="5471" y="3070"/>
                          <a:pt x="5471" y="2136"/>
                        </a:cubicBezTo>
                        <a:cubicBezTo>
                          <a:pt x="5471" y="935"/>
                          <a:pt x="4503" y="1"/>
                          <a:pt x="3302" y="1"/>
                        </a:cubicBezTo>
                        <a:cubicBezTo>
                          <a:pt x="2102" y="1"/>
                          <a:pt x="1134" y="935"/>
                          <a:pt x="1134" y="2136"/>
                        </a:cubicBezTo>
                        <a:cubicBezTo>
                          <a:pt x="1134" y="3036"/>
                          <a:pt x="1735" y="3837"/>
                          <a:pt x="2602" y="41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" name="Google Shape;46;p47">
                    <a:extLst>
                      <a:ext uri="{FF2B5EF4-FFF2-40B4-BE49-F238E27FC236}">
                        <a16:creationId xmlns:a16="http://schemas.microsoft.com/office/drawing/2014/main" id="{D4C10B61-3380-4329-668C-3C4C5E532BAA}"/>
                      </a:ext>
                    </a:extLst>
                  </p:cNvPr>
                  <p:cNvSpPr/>
                  <p:nvPr/>
                </p:nvSpPr>
                <p:spPr>
                  <a:xfrm>
                    <a:off x="5152113" y="5572142"/>
                    <a:ext cx="77936" cy="118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2" h="8774" extrusionOk="0">
                        <a:moveTo>
                          <a:pt x="1769" y="4137"/>
                        </a:moveTo>
                        <a:cubicBezTo>
                          <a:pt x="1068" y="4337"/>
                          <a:pt x="468" y="4838"/>
                          <a:pt x="1" y="5505"/>
                        </a:cubicBezTo>
                        <a:lnTo>
                          <a:pt x="101" y="5672"/>
                        </a:lnTo>
                        <a:cubicBezTo>
                          <a:pt x="668" y="6606"/>
                          <a:pt x="968" y="7673"/>
                          <a:pt x="1035" y="8774"/>
                        </a:cubicBezTo>
                        <a:lnTo>
                          <a:pt x="5771" y="8774"/>
                        </a:lnTo>
                        <a:cubicBezTo>
                          <a:pt x="5771" y="8707"/>
                          <a:pt x="5771" y="8607"/>
                          <a:pt x="5771" y="8540"/>
                        </a:cubicBezTo>
                        <a:cubicBezTo>
                          <a:pt x="5771" y="6372"/>
                          <a:pt x="4671" y="4571"/>
                          <a:pt x="3170" y="4137"/>
                        </a:cubicBezTo>
                        <a:cubicBezTo>
                          <a:pt x="4037" y="3837"/>
                          <a:pt x="4637" y="3070"/>
                          <a:pt x="4637" y="2136"/>
                        </a:cubicBezTo>
                        <a:cubicBezTo>
                          <a:pt x="4637" y="935"/>
                          <a:pt x="3670" y="1"/>
                          <a:pt x="2469" y="1"/>
                        </a:cubicBezTo>
                        <a:cubicBezTo>
                          <a:pt x="1268" y="1"/>
                          <a:pt x="301" y="935"/>
                          <a:pt x="301" y="2136"/>
                        </a:cubicBezTo>
                        <a:cubicBezTo>
                          <a:pt x="301" y="3036"/>
                          <a:pt x="901" y="3837"/>
                          <a:pt x="1769" y="41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12F4125F-B124-E2A5-E9BF-2F5A66DFD9A2}"/>
                  </a:ext>
                </a:extLst>
              </p:cNvPr>
              <p:cNvGrpSpPr/>
              <p:nvPr userDrawn="1"/>
            </p:nvGrpSpPr>
            <p:grpSpPr>
              <a:xfrm>
                <a:off x="1409182" y="-19665"/>
                <a:ext cx="1097444" cy="4918981"/>
                <a:chOff x="1409182" y="-19665"/>
                <a:chExt cx="1097444" cy="4918981"/>
              </a:xfrm>
            </p:grpSpPr>
            <p:sp>
              <p:nvSpPr>
                <p:cNvPr id="39" name="Google Shape;48;p47">
                  <a:extLst>
                    <a:ext uri="{FF2B5EF4-FFF2-40B4-BE49-F238E27FC236}">
                      <a16:creationId xmlns:a16="http://schemas.microsoft.com/office/drawing/2014/main" id="{96F771FD-FDA9-52B4-CA90-A30E23ED428F}"/>
                    </a:ext>
                  </a:extLst>
                </p:cNvPr>
                <p:cNvSpPr/>
                <p:nvPr/>
              </p:nvSpPr>
              <p:spPr>
                <a:xfrm flipH="1">
                  <a:off x="1929447" y="-19665"/>
                  <a:ext cx="56729" cy="3375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2" h="181064" extrusionOk="0">
                      <a:moveTo>
                        <a:pt x="0" y="0"/>
                      </a:moveTo>
                      <a:lnTo>
                        <a:pt x="0" y="181063"/>
                      </a:lnTo>
                      <a:lnTo>
                        <a:pt x="2902" y="181063"/>
                      </a:lnTo>
                      <a:lnTo>
                        <a:pt x="2902" y="0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" name="Google Shape;49;p47">
                  <a:extLst>
                    <a:ext uri="{FF2B5EF4-FFF2-40B4-BE49-F238E27FC236}">
                      <a16:creationId xmlns:a16="http://schemas.microsoft.com/office/drawing/2014/main" id="{61595605-9D74-C7F7-8D33-E48544B6F389}"/>
                    </a:ext>
                  </a:extLst>
                </p:cNvPr>
                <p:cNvSpPr/>
                <p:nvPr/>
              </p:nvSpPr>
              <p:spPr>
                <a:xfrm flipH="1">
                  <a:off x="1409182" y="3737705"/>
                  <a:ext cx="1097444" cy="116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40" h="66315" extrusionOk="0">
                      <a:moveTo>
                        <a:pt x="3970" y="25219"/>
                      </a:moveTo>
                      <a:cubicBezTo>
                        <a:pt x="1468" y="29288"/>
                        <a:pt x="0" y="34025"/>
                        <a:pt x="0" y="39095"/>
                      </a:cubicBezTo>
                      <a:cubicBezTo>
                        <a:pt x="0" y="54139"/>
                        <a:pt x="12576" y="66315"/>
                        <a:pt x="28087" y="66315"/>
                      </a:cubicBezTo>
                      <a:cubicBezTo>
                        <a:pt x="43598" y="66315"/>
                        <a:pt x="56140" y="54139"/>
                        <a:pt x="56140" y="39095"/>
                      </a:cubicBezTo>
                      <a:cubicBezTo>
                        <a:pt x="56140" y="34025"/>
                        <a:pt x="54706" y="29288"/>
                        <a:pt x="52204" y="25219"/>
                      </a:cubicBezTo>
                      <a:lnTo>
                        <a:pt x="52304" y="25219"/>
                      </a:lnTo>
                      <a:cubicBezTo>
                        <a:pt x="40796" y="7906"/>
                        <a:pt x="41963" y="0"/>
                        <a:pt x="41963" y="0"/>
                      </a:cubicBezTo>
                      <a:lnTo>
                        <a:pt x="28087" y="0"/>
                      </a:lnTo>
                      <a:lnTo>
                        <a:pt x="14177" y="0"/>
                      </a:lnTo>
                      <a:cubicBezTo>
                        <a:pt x="14177" y="0"/>
                        <a:pt x="15378" y="7906"/>
                        <a:pt x="3870" y="25219"/>
                      </a:cubicBezTo>
                      <a:close/>
                    </a:path>
                  </a:pathLst>
                </a:custGeom>
                <a:solidFill>
                  <a:srgbClr val="9987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50;p47">
                  <a:extLst>
                    <a:ext uri="{FF2B5EF4-FFF2-40B4-BE49-F238E27FC236}">
                      <a16:creationId xmlns:a16="http://schemas.microsoft.com/office/drawing/2014/main" id="{E7FF4032-C25E-B8E2-ED35-12CB4330C667}"/>
                    </a:ext>
                  </a:extLst>
                </p:cNvPr>
                <p:cNvSpPr/>
                <p:nvPr/>
              </p:nvSpPr>
              <p:spPr>
                <a:xfrm flipH="1">
                  <a:off x="1686252" y="3435561"/>
                  <a:ext cx="543209" cy="302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8" h="17247" extrusionOk="0">
                      <a:moveTo>
                        <a:pt x="13911" y="17246"/>
                      </a:moveTo>
                      <a:lnTo>
                        <a:pt x="13911" y="17246"/>
                      </a:lnTo>
                      <a:lnTo>
                        <a:pt x="27787" y="17246"/>
                      </a:lnTo>
                      <a:lnTo>
                        <a:pt x="27787" y="5738"/>
                      </a:lnTo>
                      <a:lnTo>
                        <a:pt x="24018" y="1"/>
                      </a:lnTo>
                      <a:lnTo>
                        <a:pt x="13911" y="1"/>
                      </a:lnTo>
                      <a:lnTo>
                        <a:pt x="13911" y="1"/>
                      </a:lnTo>
                      <a:lnTo>
                        <a:pt x="3770" y="1"/>
                      </a:lnTo>
                      <a:lnTo>
                        <a:pt x="1" y="5738"/>
                      </a:lnTo>
                      <a:lnTo>
                        <a:pt x="1" y="1724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51;p47">
                  <a:extLst>
                    <a:ext uri="{FF2B5EF4-FFF2-40B4-BE49-F238E27FC236}">
                      <a16:creationId xmlns:a16="http://schemas.microsoft.com/office/drawing/2014/main" id="{CE354BA7-84FC-E818-37A9-79C58DBE26AD}"/>
                    </a:ext>
                  </a:extLst>
                </p:cNvPr>
                <p:cNvSpPr/>
                <p:nvPr/>
              </p:nvSpPr>
              <p:spPr>
                <a:xfrm flipH="1">
                  <a:off x="1641279" y="3265499"/>
                  <a:ext cx="632526" cy="43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7" h="24786" extrusionOk="0">
                      <a:moveTo>
                        <a:pt x="32357" y="24785"/>
                      </a:moveTo>
                      <a:lnTo>
                        <a:pt x="1" y="24785"/>
                      </a:lnTo>
                      <a:lnTo>
                        <a:pt x="1" y="10342"/>
                      </a:lnTo>
                      <a:cubicBezTo>
                        <a:pt x="1" y="4604"/>
                        <a:pt x="4604" y="1"/>
                        <a:pt x="10308" y="1"/>
                      </a:cubicBezTo>
                      <a:lnTo>
                        <a:pt x="22016" y="1"/>
                      </a:lnTo>
                      <a:cubicBezTo>
                        <a:pt x="27720" y="1"/>
                        <a:pt x="32357" y="4604"/>
                        <a:pt x="32357" y="10342"/>
                      </a:cubicBez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" name="Google Shape;52;p47">
                  <a:extLst>
                    <a:ext uri="{FF2B5EF4-FFF2-40B4-BE49-F238E27FC236}">
                      <a16:creationId xmlns:a16="http://schemas.microsoft.com/office/drawing/2014/main" id="{DC5B2F09-31FA-2954-48BA-71BCFBB958DF}"/>
                    </a:ext>
                  </a:extLst>
                </p:cNvPr>
                <p:cNvGrpSpPr/>
                <p:nvPr/>
              </p:nvGrpSpPr>
              <p:grpSpPr>
                <a:xfrm flipH="1">
                  <a:off x="1733284" y="4107325"/>
                  <a:ext cx="426276" cy="556462"/>
                  <a:chOff x="4421084" y="5282716"/>
                  <a:chExt cx="162108" cy="236138"/>
                </a:xfrm>
              </p:grpSpPr>
              <p:sp>
                <p:nvSpPr>
                  <p:cNvPr id="44" name="Google Shape;53;p47">
                    <a:extLst>
                      <a:ext uri="{FF2B5EF4-FFF2-40B4-BE49-F238E27FC236}">
                        <a16:creationId xmlns:a16="http://schemas.microsoft.com/office/drawing/2014/main" id="{CFFB64AD-57E7-A65C-7F26-DE687A8325D6}"/>
                      </a:ext>
                    </a:extLst>
                  </p:cNvPr>
                  <p:cNvSpPr/>
                  <p:nvPr/>
                </p:nvSpPr>
                <p:spPr>
                  <a:xfrm>
                    <a:off x="4470861" y="5466511"/>
                    <a:ext cx="61273" cy="159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835" extrusionOk="0">
                        <a:moveTo>
                          <a:pt x="3169" y="301"/>
                        </a:moveTo>
                        <a:cubicBezTo>
                          <a:pt x="3203" y="468"/>
                          <a:pt x="3103" y="668"/>
                          <a:pt x="2903" y="701"/>
                        </a:cubicBezTo>
                        <a:cubicBezTo>
                          <a:pt x="2035" y="835"/>
                          <a:pt x="1168" y="835"/>
                          <a:pt x="334" y="701"/>
                        </a:cubicBezTo>
                        <a:cubicBezTo>
                          <a:pt x="134" y="668"/>
                          <a:pt x="0" y="468"/>
                          <a:pt x="34" y="301"/>
                        </a:cubicBezTo>
                        <a:cubicBezTo>
                          <a:pt x="101" y="134"/>
                          <a:pt x="267" y="1"/>
                          <a:pt x="434" y="34"/>
                        </a:cubicBezTo>
                        <a:cubicBezTo>
                          <a:pt x="1235" y="167"/>
                          <a:pt x="2002" y="167"/>
                          <a:pt x="2769" y="34"/>
                        </a:cubicBezTo>
                        <a:cubicBezTo>
                          <a:pt x="2969" y="1"/>
                          <a:pt x="3136" y="134"/>
                          <a:pt x="3169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" name="Google Shape;54;p47">
                    <a:extLst>
                      <a:ext uri="{FF2B5EF4-FFF2-40B4-BE49-F238E27FC236}">
                        <a16:creationId xmlns:a16="http://schemas.microsoft.com/office/drawing/2014/main" id="{7126D4E1-F15B-608C-DF36-9AEEB0048875}"/>
                      </a:ext>
                    </a:extLst>
                  </p:cNvPr>
                  <p:cNvSpPr/>
                  <p:nvPr/>
                </p:nvSpPr>
                <p:spPr>
                  <a:xfrm>
                    <a:off x="4470230" y="5481185"/>
                    <a:ext cx="61273" cy="159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835" extrusionOk="0">
                        <a:moveTo>
                          <a:pt x="3169" y="301"/>
                        </a:moveTo>
                        <a:cubicBezTo>
                          <a:pt x="3202" y="468"/>
                          <a:pt x="3069" y="668"/>
                          <a:pt x="2869" y="701"/>
                        </a:cubicBezTo>
                        <a:cubicBezTo>
                          <a:pt x="2035" y="835"/>
                          <a:pt x="1168" y="835"/>
                          <a:pt x="334" y="701"/>
                        </a:cubicBezTo>
                        <a:cubicBezTo>
                          <a:pt x="134" y="668"/>
                          <a:pt x="0" y="468"/>
                          <a:pt x="33" y="301"/>
                        </a:cubicBezTo>
                        <a:cubicBezTo>
                          <a:pt x="67" y="134"/>
                          <a:pt x="267" y="1"/>
                          <a:pt x="434" y="34"/>
                        </a:cubicBezTo>
                        <a:cubicBezTo>
                          <a:pt x="1201" y="168"/>
                          <a:pt x="2002" y="168"/>
                          <a:pt x="2769" y="34"/>
                        </a:cubicBezTo>
                        <a:cubicBezTo>
                          <a:pt x="2936" y="1"/>
                          <a:pt x="3102" y="134"/>
                          <a:pt x="3169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" name="Google Shape;55;p47">
                    <a:extLst>
                      <a:ext uri="{FF2B5EF4-FFF2-40B4-BE49-F238E27FC236}">
                        <a16:creationId xmlns:a16="http://schemas.microsoft.com/office/drawing/2014/main" id="{0F224549-C55F-64CD-0246-D4DE95E5AB97}"/>
                      </a:ext>
                    </a:extLst>
                  </p:cNvPr>
                  <p:cNvSpPr/>
                  <p:nvPr/>
                </p:nvSpPr>
                <p:spPr>
                  <a:xfrm>
                    <a:off x="4470230" y="5495878"/>
                    <a:ext cx="61273" cy="15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834" extrusionOk="0">
                        <a:moveTo>
                          <a:pt x="3169" y="300"/>
                        </a:moveTo>
                        <a:cubicBezTo>
                          <a:pt x="3202" y="467"/>
                          <a:pt x="3069" y="667"/>
                          <a:pt x="2869" y="701"/>
                        </a:cubicBezTo>
                        <a:cubicBezTo>
                          <a:pt x="2035" y="834"/>
                          <a:pt x="1168" y="834"/>
                          <a:pt x="334" y="701"/>
                        </a:cubicBezTo>
                        <a:cubicBezTo>
                          <a:pt x="134" y="667"/>
                          <a:pt x="0" y="467"/>
                          <a:pt x="33" y="300"/>
                        </a:cubicBezTo>
                        <a:cubicBezTo>
                          <a:pt x="67" y="134"/>
                          <a:pt x="267" y="0"/>
                          <a:pt x="434" y="33"/>
                        </a:cubicBezTo>
                        <a:cubicBezTo>
                          <a:pt x="1201" y="167"/>
                          <a:pt x="2002" y="167"/>
                          <a:pt x="2769" y="33"/>
                        </a:cubicBezTo>
                        <a:cubicBezTo>
                          <a:pt x="2936" y="0"/>
                          <a:pt x="3102" y="134"/>
                          <a:pt x="3169" y="3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" name="Google Shape;56;p47">
                    <a:extLst>
                      <a:ext uri="{FF2B5EF4-FFF2-40B4-BE49-F238E27FC236}">
                        <a16:creationId xmlns:a16="http://schemas.microsoft.com/office/drawing/2014/main" id="{55305119-A486-F1E8-AFDE-617AD8D4A5F8}"/>
                      </a:ext>
                    </a:extLst>
                  </p:cNvPr>
                  <p:cNvSpPr/>
                  <p:nvPr/>
                </p:nvSpPr>
                <p:spPr>
                  <a:xfrm>
                    <a:off x="4482990" y="5507988"/>
                    <a:ext cx="35104" cy="10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5" h="568" extrusionOk="0">
                        <a:moveTo>
                          <a:pt x="1835" y="201"/>
                        </a:moveTo>
                        <a:cubicBezTo>
                          <a:pt x="1835" y="334"/>
                          <a:pt x="1768" y="468"/>
                          <a:pt x="1668" y="468"/>
                        </a:cubicBezTo>
                        <a:cubicBezTo>
                          <a:pt x="1168" y="568"/>
                          <a:pt x="667" y="568"/>
                          <a:pt x="200" y="468"/>
                        </a:cubicBezTo>
                        <a:cubicBezTo>
                          <a:pt x="100" y="468"/>
                          <a:pt x="0" y="334"/>
                          <a:pt x="34" y="201"/>
                        </a:cubicBezTo>
                        <a:cubicBezTo>
                          <a:pt x="67" y="101"/>
                          <a:pt x="167" y="1"/>
                          <a:pt x="267" y="34"/>
                        </a:cubicBezTo>
                        <a:cubicBezTo>
                          <a:pt x="701" y="134"/>
                          <a:pt x="1168" y="134"/>
                          <a:pt x="1601" y="34"/>
                        </a:cubicBezTo>
                        <a:cubicBezTo>
                          <a:pt x="1701" y="1"/>
                          <a:pt x="1802" y="101"/>
                          <a:pt x="1835" y="2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" name="Google Shape;57;p47">
                    <a:extLst>
                      <a:ext uri="{FF2B5EF4-FFF2-40B4-BE49-F238E27FC236}">
                        <a16:creationId xmlns:a16="http://schemas.microsoft.com/office/drawing/2014/main" id="{A9F9C23F-8B28-231B-5724-07A150538A84}"/>
                      </a:ext>
                    </a:extLst>
                  </p:cNvPr>
                  <p:cNvSpPr/>
                  <p:nvPr/>
                </p:nvSpPr>
                <p:spPr>
                  <a:xfrm>
                    <a:off x="4421084" y="5282716"/>
                    <a:ext cx="162108" cy="1857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74" h="9708" extrusionOk="0">
                        <a:moveTo>
                          <a:pt x="4237" y="1"/>
                        </a:moveTo>
                        <a:cubicBezTo>
                          <a:pt x="1902" y="1"/>
                          <a:pt x="1" y="1869"/>
                          <a:pt x="1" y="4204"/>
                        </a:cubicBezTo>
                        <a:cubicBezTo>
                          <a:pt x="1" y="5938"/>
                          <a:pt x="1869" y="7840"/>
                          <a:pt x="2536" y="9307"/>
                        </a:cubicBezTo>
                        <a:cubicBezTo>
                          <a:pt x="2669" y="9608"/>
                          <a:pt x="5771" y="9708"/>
                          <a:pt x="5938" y="9307"/>
                        </a:cubicBezTo>
                        <a:cubicBezTo>
                          <a:pt x="6338" y="8273"/>
                          <a:pt x="8473" y="5938"/>
                          <a:pt x="8473" y="4204"/>
                        </a:cubicBezTo>
                        <a:cubicBezTo>
                          <a:pt x="8473" y="1869"/>
                          <a:pt x="6572" y="1"/>
                          <a:pt x="4237" y="1"/>
                        </a:cubicBezTo>
                        <a:close/>
                        <a:moveTo>
                          <a:pt x="7172" y="3703"/>
                        </a:moveTo>
                        <a:lnTo>
                          <a:pt x="7172" y="3703"/>
                        </a:lnTo>
                        <a:cubicBezTo>
                          <a:pt x="6972" y="2836"/>
                          <a:pt x="6472" y="2202"/>
                          <a:pt x="5905" y="1802"/>
                        </a:cubicBezTo>
                        <a:cubicBezTo>
                          <a:pt x="5771" y="1735"/>
                          <a:pt x="5705" y="1535"/>
                          <a:pt x="5771" y="1402"/>
                        </a:cubicBezTo>
                        <a:cubicBezTo>
                          <a:pt x="5838" y="1235"/>
                          <a:pt x="6005" y="1168"/>
                          <a:pt x="6172" y="1268"/>
                        </a:cubicBezTo>
                        <a:cubicBezTo>
                          <a:pt x="6872" y="1669"/>
                          <a:pt x="7473" y="2369"/>
                          <a:pt x="7739" y="3336"/>
                        </a:cubicBezTo>
                        <a:cubicBezTo>
                          <a:pt x="7806" y="3570"/>
                          <a:pt x="7706" y="3837"/>
                          <a:pt x="7539" y="3937"/>
                        </a:cubicBezTo>
                        <a:cubicBezTo>
                          <a:pt x="7373" y="4004"/>
                          <a:pt x="7206" y="3904"/>
                          <a:pt x="7172" y="370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222BD74A-095B-F746-6471-AA29F1B85BC6}"/>
                  </a:ext>
                </a:extLst>
              </p:cNvPr>
              <p:cNvGrpSpPr/>
              <p:nvPr userDrawn="1"/>
            </p:nvGrpSpPr>
            <p:grpSpPr>
              <a:xfrm>
                <a:off x="519448" y="-6500"/>
                <a:ext cx="1078000" cy="3309431"/>
                <a:chOff x="519448" y="-6500"/>
                <a:chExt cx="1078000" cy="3309431"/>
              </a:xfrm>
            </p:grpSpPr>
            <p:sp>
              <p:nvSpPr>
                <p:cNvPr id="32" name="Google Shape;59;p47">
                  <a:extLst>
                    <a:ext uri="{FF2B5EF4-FFF2-40B4-BE49-F238E27FC236}">
                      <a16:creationId xmlns:a16="http://schemas.microsoft.com/office/drawing/2014/main" id="{61556FE3-B24A-97ED-6A93-2095433E406B}"/>
                    </a:ext>
                  </a:extLst>
                </p:cNvPr>
                <p:cNvSpPr/>
                <p:nvPr/>
              </p:nvSpPr>
              <p:spPr>
                <a:xfrm flipH="1">
                  <a:off x="1030823" y="-6500"/>
                  <a:ext cx="55709" cy="17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" h="101440" extrusionOk="0">
                      <a:moveTo>
                        <a:pt x="0" y="0"/>
                      </a:moveTo>
                      <a:lnTo>
                        <a:pt x="0" y="101440"/>
                      </a:lnTo>
                      <a:lnTo>
                        <a:pt x="2902" y="101440"/>
                      </a:lnTo>
                      <a:lnTo>
                        <a:pt x="2902" y="0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60;p47">
                  <a:extLst>
                    <a:ext uri="{FF2B5EF4-FFF2-40B4-BE49-F238E27FC236}">
                      <a16:creationId xmlns:a16="http://schemas.microsoft.com/office/drawing/2014/main" id="{1240F137-087B-0EB3-0BEA-1051A0CCE78D}"/>
                    </a:ext>
                  </a:extLst>
                </p:cNvPr>
                <p:cNvSpPr/>
                <p:nvPr/>
              </p:nvSpPr>
              <p:spPr>
                <a:xfrm flipH="1">
                  <a:off x="519448" y="2134712"/>
                  <a:ext cx="1078000" cy="1168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74" h="66348" extrusionOk="0">
                      <a:moveTo>
                        <a:pt x="3970" y="25252"/>
                      </a:moveTo>
                      <a:cubicBezTo>
                        <a:pt x="1468" y="29321"/>
                        <a:pt x="0" y="34058"/>
                        <a:pt x="0" y="39128"/>
                      </a:cubicBezTo>
                      <a:cubicBezTo>
                        <a:pt x="0" y="54172"/>
                        <a:pt x="12576" y="66348"/>
                        <a:pt x="28087" y="66348"/>
                      </a:cubicBezTo>
                      <a:cubicBezTo>
                        <a:pt x="43598" y="66348"/>
                        <a:pt x="56174" y="54172"/>
                        <a:pt x="56174" y="39128"/>
                      </a:cubicBezTo>
                      <a:cubicBezTo>
                        <a:pt x="56174" y="34058"/>
                        <a:pt x="54706" y="29321"/>
                        <a:pt x="52204" y="25252"/>
                      </a:cubicBezTo>
                      <a:lnTo>
                        <a:pt x="52304" y="25252"/>
                      </a:lnTo>
                      <a:cubicBezTo>
                        <a:pt x="40796" y="7939"/>
                        <a:pt x="41964" y="0"/>
                        <a:pt x="41964" y="0"/>
                      </a:cubicBezTo>
                      <a:lnTo>
                        <a:pt x="28087" y="0"/>
                      </a:lnTo>
                      <a:lnTo>
                        <a:pt x="14177" y="0"/>
                      </a:lnTo>
                      <a:cubicBezTo>
                        <a:pt x="14177" y="0"/>
                        <a:pt x="15378" y="7939"/>
                        <a:pt x="3870" y="25252"/>
                      </a:cubicBezTo>
                      <a:close/>
                    </a:path>
                  </a:pathLst>
                </a:custGeom>
                <a:solidFill>
                  <a:srgbClr val="F5D14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" name="Google Shape;61;p47">
                  <a:extLst>
                    <a:ext uri="{FF2B5EF4-FFF2-40B4-BE49-F238E27FC236}">
                      <a16:creationId xmlns:a16="http://schemas.microsoft.com/office/drawing/2014/main" id="{8A4816F5-AA2E-68ED-4049-7550C3CE3E0B}"/>
                    </a:ext>
                  </a:extLst>
                </p:cNvPr>
                <p:cNvSpPr/>
                <p:nvPr/>
              </p:nvSpPr>
              <p:spPr>
                <a:xfrm flipH="1">
                  <a:off x="792096" y="1831582"/>
                  <a:ext cx="533243" cy="303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7" h="17214" extrusionOk="0">
                      <a:moveTo>
                        <a:pt x="13910" y="17213"/>
                      </a:moveTo>
                      <a:lnTo>
                        <a:pt x="13910" y="17213"/>
                      </a:lnTo>
                      <a:lnTo>
                        <a:pt x="27787" y="17213"/>
                      </a:lnTo>
                      <a:lnTo>
                        <a:pt x="27787" y="5738"/>
                      </a:lnTo>
                      <a:lnTo>
                        <a:pt x="24017" y="1"/>
                      </a:lnTo>
                      <a:lnTo>
                        <a:pt x="13910" y="1"/>
                      </a:lnTo>
                      <a:lnTo>
                        <a:pt x="13910" y="1"/>
                      </a:lnTo>
                      <a:lnTo>
                        <a:pt x="3770" y="1"/>
                      </a:lnTo>
                      <a:lnTo>
                        <a:pt x="0" y="5738"/>
                      </a:lnTo>
                      <a:lnTo>
                        <a:pt x="0" y="1721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62;p47">
                  <a:extLst>
                    <a:ext uri="{FF2B5EF4-FFF2-40B4-BE49-F238E27FC236}">
                      <a16:creationId xmlns:a16="http://schemas.microsoft.com/office/drawing/2014/main" id="{4D1FE0E6-435B-EA8C-ADB7-9B60063C7134}"/>
                    </a:ext>
                  </a:extLst>
                </p:cNvPr>
                <p:cNvSpPr/>
                <p:nvPr/>
              </p:nvSpPr>
              <p:spPr>
                <a:xfrm flipH="1">
                  <a:off x="747928" y="1660055"/>
                  <a:ext cx="620962" cy="43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8" h="24819" extrusionOk="0">
                      <a:moveTo>
                        <a:pt x="32357" y="24818"/>
                      </a:moveTo>
                      <a:lnTo>
                        <a:pt x="1" y="24818"/>
                      </a:lnTo>
                      <a:lnTo>
                        <a:pt x="1" y="10341"/>
                      </a:lnTo>
                      <a:cubicBezTo>
                        <a:pt x="1" y="4637"/>
                        <a:pt x="4638" y="1"/>
                        <a:pt x="10342" y="1"/>
                      </a:cubicBezTo>
                      <a:lnTo>
                        <a:pt x="22017" y="1"/>
                      </a:lnTo>
                      <a:cubicBezTo>
                        <a:pt x="27721" y="1"/>
                        <a:pt x="32357" y="4637"/>
                        <a:pt x="32357" y="10341"/>
                      </a:cubicBezTo>
                      <a:lnTo>
                        <a:pt x="32357" y="24818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" name="Google Shape;63;p47">
                  <a:extLst>
                    <a:ext uri="{FF2B5EF4-FFF2-40B4-BE49-F238E27FC236}">
                      <a16:creationId xmlns:a16="http://schemas.microsoft.com/office/drawing/2014/main" id="{48C95293-44E8-A35E-21D5-EC4987987B86}"/>
                    </a:ext>
                  </a:extLst>
                </p:cNvPr>
                <p:cNvGrpSpPr/>
                <p:nvPr/>
              </p:nvGrpSpPr>
              <p:grpSpPr>
                <a:xfrm flipH="1">
                  <a:off x="835265" y="2525624"/>
                  <a:ext cx="467867" cy="437787"/>
                  <a:chOff x="5646013" y="5370038"/>
                  <a:chExt cx="181243" cy="184819"/>
                </a:xfrm>
              </p:grpSpPr>
              <p:sp>
                <p:nvSpPr>
                  <p:cNvPr id="37" name="Google Shape;64;p47">
                    <a:extLst>
                      <a:ext uri="{FF2B5EF4-FFF2-40B4-BE49-F238E27FC236}">
                        <a16:creationId xmlns:a16="http://schemas.microsoft.com/office/drawing/2014/main" id="{6270B667-A374-735E-8201-D5A76E9F2BF1}"/>
                      </a:ext>
                    </a:extLst>
                  </p:cNvPr>
                  <p:cNvSpPr/>
                  <p:nvPr/>
                </p:nvSpPr>
                <p:spPr>
                  <a:xfrm>
                    <a:off x="5646013" y="5370038"/>
                    <a:ext cx="149914" cy="1848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41" h="12009" extrusionOk="0">
                        <a:moveTo>
                          <a:pt x="9407" y="5838"/>
                        </a:moveTo>
                        <a:cubicBezTo>
                          <a:pt x="9007" y="5871"/>
                          <a:pt x="8407" y="5871"/>
                          <a:pt x="7973" y="5771"/>
                        </a:cubicBezTo>
                        <a:cubicBezTo>
                          <a:pt x="7206" y="5571"/>
                          <a:pt x="5972" y="3803"/>
                          <a:pt x="5438" y="3036"/>
                        </a:cubicBezTo>
                        <a:cubicBezTo>
                          <a:pt x="4904" y="2302"/>
                          <a:pt x="5138" y="434"/>
                          <a:pt x="5004" y="334"/>
                        </a:cubicBezTo>
                        <a:cubicBezTo>
                          <a:pt x="4904" y="234"/>
                          <a:pt x="4704" y="0"/>
                          <a:pt x="4237" y="234"/>
                        </a:cubicBezTo>
                        <a:cubicBezTo>
                          <a:pt x="3803" y="434"/>
                          <a:pt x="3303" y="1134"/>
                          <a:pt x="3336" y="2235"/>
                        </a:cubicBezTo>
                        <a:cubicBezTo>
                          <a:pt x="3370" y="3336"/>
                          <a:pt x="3803" y="4370"/>
                          <a:pt x="3770" y="4904"/>
                        </a:cubicBezTo>
                        <a:cubicBezTo>
                          <a:pt x="3770" y="5438"/>
                          <a:pt x="3203" y="5504"/>
                          <a:pt x="2369" y="5738"/>
                        </a:cubicBezTo>
                        <a:cubicBezTo>
                          <a:pt x="1502" y="5971"/>
                          <a:pt x="668" y="6171"/>
                          <a:pt x="334" y="6672"/>
                        </a:cubicBezTo>
                        <a:cubicBezTo>
                          <a:pt x="1" y="7172"/>
                          <a:pt x="668" y="7973"/>
                          <a:pt x="768" y="8073"/>
                        </a:cubicBezTo>
                        <a:cubicBezTo>
                          <a:pt x="868" y="8173"/>
                          <a:pt x="601" y="8273"/>
                          <a:pt x="801" y="8907"/>
                        </a:cubicBezTo>
                        <a:cubicBezTo>
                          <a:pt x="968" y="9540"/>
                          <a:pt x="1502" y="9674"/>
                          <a:pt x="1502" y="9674"/>
                        </a:cubicBezTo>
                        <a:cubicBezTo>
                          <a:pt x="1502" y="9674"/>
                          <a:pt x="1402" y="10108"/>
                          <a:pt x="1635" y="10508"/>
                        </a:cubicBezTo>
                        <a:cubicBezTo>
                          <a:pt x="1835" y="10875"/>
                          <a:pt x="2369" y="11008"/>
                          <a:pt x="2369" y="11008"/>
                        </a:cubicBezTo>
                        <a:cubicBezTo>
                          <a:pt x="2369" y="11008"/>
                          <a:pt x="2269" y="11575"/>
                          <a:pt x="2669" y="11809"/>
                        </a:cubicBezTo>
                        <a:cubicBezTo>
                          <a:pt x="3103" y="12009"/>
                          <a:pt x="5204" y="11976"/>
                          <a:pt x="5972" y="11575"/>
                        </a:cubicBezTo>
                        <a:cubicBezTo>
                          <a:pt x="6739" y="11208"/>
                          <a:pt x="7473" y="10541"/>
                          <a:pt x="8107" y="10408"/>
                        </a:cubicBezTo>
                        <a:cubicBezTo>
                          <a:pt x="8507" y="10341"/>
                          <a:pt x="9241" y="10341"/>
                          <a:pt x="9741" y="10341"/>
                        </a:cubicBezTo>
                        <a:cubicBezTo>
                          <a:pt x="9708" y="10308"/>
                          <a:pt x="9708" y="10274"/>
                          <a:pt x="9708" y="10241"/>
                        </a:cubicBezTo>
                        <a:lnTo>
                          <a:pt x="9407" y="5871"/>
                        </a:lnTo>
                        <a:cubicBezTo>
                          <a:pt x="9407" y="5871"/>
                          <a:pt x="9407" y="5838"/>
                          <a:pt x="9407" y="58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" name="Google Shape;65;p47">
                    <a:extLst>
                      <a:ext uri="{FF2B5EF4-FFF2-40B4-BE49-F238E27FC236}">
                        <a16:creationId xmlns:a16="http://schemas.microsoft.com/office/drawing/2014/main" id="{96670E7F-8304-DBB0-45A2-02453E7538BB}"/>
                      </a:ext>
                    </a:extLst>
                  </p:cNvPr>
                  <p:cNvSpPr/>
                  <p:nvPr/>
                </p:nvSpPr>
                <p:spPr>
                  <a:xfrm>
                    <a:off x="5794383" y="5453211"/>
                    <a:ext cx="32873" cy="790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6" h="5138" extrusionOk="0">
                        <a:moveTo>
                          <a:pt x="1469" y="0"/>
                        </a:moveTo>
                        <a:lnTo>
                          <a:pt x="335" y="100"/>
                        </a:lnTo>
                        <a:cubicBezTo>
                          <a:pt x="168" y="100"/>
                          <a:pt x="1" y="267"/>
                          <a:pt x="34" y="434"/>
                        </a:cubicBezTo>
                        <a:lnTo>
                          <a:pt x="335" y="4804"/>
                        </a:lnTo>
                        <a:cubicBezTo>
                          <a:pt x="335" y="5004"/>
                          <a:pt x="501" y="5137"/>
                          <a:pt x="668" y="5104"/>
                        </a:cubicBezTo>
                        <a:lnTo>
                          <a:pt x="1802" y="5037"/>
                        </a:lnTo>
                        <a:cubicBezTo>
                          <a:pt x="1969" y="5037"/>
                          <a:pt x="2136" y="4870"/>
                          <a:pt x="2102" y="4670"/>
                        </a:cubicBezTo>
                        <a:lnTo>
                          <a:pt x="1802" y="334"/>
                        </a:lnTo>
                        <a:cubicBezTo>
                          <a:pt x="1802" y="134"/>
                          <a:pt x="1635" y="0"/>
                          <a:pt x="146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F6EE95C9-86F9-33D6-5056-D980FF2C9C13}"/>
                  </a:ext>
                </a:extLst>
              </p:cNvPr>
              <p:cNvGrpSpPr/>
              <p:nvPr userDrawn="1"/>
            </p:nvGrpSpPr>
            <p:grpSpPr>
              <a:xfrm>
                <a:off x="4030308" y="-10073"/>
                <a:ext cx="6771360" cy="5033423"/>
                <a:chOff x="4030308" y="-10073"/>
                <a:chExt cx="6771360" cy="5033423"/>
              </a:xfrm>
            </p:grpSpPr>
            <p:sp>
              <p:nvSpPr>
                <p:cNvPr id="14" name="Google Shape;162;p4">
                  <a:extLst>
                    <a:ext uri="{FF2B5EF4-FFF2-40B4-BE49-F238E27FC236}">
                      <a16:creationId xmlns:a16="http://schemas.microsoft.com/office/drawing/2014/main" id="{620F0D00-B1CF-D4CF-5B06-C45AAF70CE1E}"/>
                    </a:ext>
                  </a:extLst>
                </p:cNvPr>
                <p:cNvSpPr txBox="1"/>
                <p:nvPr/>
              </p:nvSpPr>
              <p:spPr>
                <a:xfrm flipH="1">
                  <a:off x="6916074" y="3296693"/>
                  <a:ext cx="3860800" cy="498400"/>
                </a:xfrm>
                <a:prstGeom prst="rect">
                  <a:avLst/>
                </a:prstGeom>
                <a:solidFill>
                  <a:srgbClr val="E8E8E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2060"/>
                    </a:buClr>
                    <a:buSzPts val="1867"/>
                    <a:buFont typeface="Arial"/>
                    <a:buNone/>
                  </a:pPr>
                  <a:r>
                    <a:rPr lang="es-ES" sz="1867" b="0" i="0" u="none" strike="noStrike" cap="none">
                      <a:solidFill>
                        <a:srgbClr val="00206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Metodología y ficha técnica</a:t>
                  </a:r>
                  <a:endParaRPr/>
                </a:p>
              </p:txBody>
            </p:sp>
            <p:sp>
              <p:nvSpPr>
                <p:cNvPr id="15" name="Google Shape;163;p4">
                  <a:extLst>
                    <a:ext uri="{FF2B5EF4-FFF2-40B4-BE49-F238E27FC236}">
                      <a16:creationId xmlns:a16="http://schemas.microsoft.com/office/drawing/2014/main" id="{3C7FBB35-A0F6-7A24-DE3B-DA5BDC82C7EF}"/>
                    </a:ext>
                  </a:extLst>
                </p:cNvPr>
                <p:cNvSpPr txBox="1"/>
                <p:nvPr/>
              </p:nvSpPr>
              <p:spPr>
                <a:xfrm flipH="1">
                  <a:off x="6375894" y="3297217"/>
                  <a:ext cx="446800" cy="498400"/>
                </a:xfrm>
                <a:prstGeom prst="rect">
                  <a:avLst/>
                </a:prstGeom>
                <a:solidFill>
                  <a:srgbClr val="DA4C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Arial"/>
                    <a:buNone/>
                  </a:pPr>
                  <a:r>
                    <a:rPr lang="es-ES" sz="2000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sz="2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" name="Google Shape;164;p4">
                  <a:extLst>
                    <a:ext uri="{FF2B5EF4-FFF2-40B4-BE49-F238E27FC236}">
                      <a16:creationId xmlns:a16="http://schemas.microsoft.com/office/drawing/2014/main" id="{A61C82F1-98C5-C6C2-A326-47A4DDC2D4E9}"/>
                    </a:ext>
                  </a:extLst>
                </p:cNvPr>
                <p:cNvSpPr txBox="1"/>
                <p:nvPr/>
              </p:nvSpPr>
              <p:spPr>
                <a:xfrm flipH="1">
                  <a:off x="6925200" y="3912458"/>
                  <a:ext cx="3860800" cy="498400"/>
                </a:xfrm>
                <a:prstGeom prst="rect">
                  <a:avLst/>
                </a:prstGeom>
                <a:solidFill>
                  <a:srgbClr val="E8E8E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2060"/>
                    </a:buClr>
                    <a:buSzPts val="1867"/>
                    <a:buFont typeface="Arial"/>
                    <a:buNone/>
                  </a:pPr>
                  <a:r>
                    <a:rPr lang="es-ES" sz="1867" b="0" i="0" u="none" strike="noStrike" cap="none">
                      <a:solidFill>
                        <a:srgbClr val="00206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Principales resultados</a:t>
                  </a:r>
                  <a:endParaRPr/>
                </a:p>
              </p:txBody>
            </p:sp>
            <p:sp>
              <p:nvSpPr>
                <p:cNvPr id="17" name="Google Shape;165;p4">
                  <a:extLst>
                    <a:ext uri="{FF2B5EF4-FFF2-40B4-BE49-F238E27FC236}">
                      <a16:creationId xmlns:a16="http://schemas.microsoft.com/office/drawing/2014/main" id="{5B049419-B075-F64F-0D43-EBB3CB5F1ECA}"/>
                    </a:ext>
                  </a:extLst>
                </p:cNvPr>
                <p:cNvSpPr txBox="1"/>
                <p:nvPr/>
              </p:nvSpPr>
              <p:spPr>
                <a:xfrm flipH="1">
                  <a:off x="6368366" y="3917347"/>
                  <a:ext cx="446800" cy="498400"/>
                </a:xfrm>
                <a:prstGeom prst="rect">
                  <a:avLst/>
                </a:prstGeom>
                <a:solidFill>
                  <a:srgbClr val="DA4C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Arial"/>
                    <a:buNone/>
                  </a:pPr>
                  <a:r>
                    <a:rPr lang="es-ES" sz="2000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sz="2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" name="Google Shape;166;p4">
                  <a:extLst>
                    <a:ext uri="{FF2B5EF4-FFF2-40B4-BE49-F238E27FC236}">
                      <a16:creationId xmlns:a16="http://schemas.microsoft.com/office/drawing/2014/main" id="{7A7AD823-A637-C715-E055-6485E5A867B3}"/>
                    </a:ext>
                  </a:extLst>
                </p:cNvPr>
                <p:cNvSpPr txBox="1"/>
                <p:nvPr/>
              </p:nvSpPr>
              <p:spPr>
                <a:xfrm flipH="1">
                  <a:off x="6940868" y="4522986"/>
                  <a:ext cx="3860800" cy="498400"/>
                </a:xfrm>
                <a:prstGeom prst="rect">
                  <a:avLst/>
                </a:prstGeom>
                <a:solidFill>
                  <a:srgbClr val="E8E8E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2060"/>
                    </a:buClr>
                    <a:buSzPts val="1867"/>
                    <a:buFont typeface="Arial"/>
                    <a:buNone/>
                  </a:pPr>
                  <a:r>
                    <a:rPr lang="es-ES" sz="1867" b="0" i="0" u="none" strike="noStrike" cap="none">
                      <a:solidFill>
                        <a:srgbClr val="00206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Conclusiones</a:t>
                  </a:r>
                  <a:endParaRPr sz="1867" b="0" i="0" u="none" strike="noStrike" cap="non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" name="Google Shape;167;p4">
                  <a:extLst>
                    <a:ext uri="{FF2B5EF4-FFF2-40B4-BE49-F238E27FC236}">
                      <a16:creationId xmlns:a16="http://schemas.microsoft.com/office/drawing/2014/main" id="{1C33B4DB-628C-FE95-03A7-28FB5D5E02A0}"/>
                    </a:ext>
                  </a:extLst>
                </p:cNvPr>
                <p:cNvSpPr txBox="1"/>
                <p:nvPr/>
              </p:nvSpPr>
              <p:spPr>
                <a:xfrm flipH="1">
                  <a:off x="6357152" y="4524950"/>
                  <a:ext cx="469200" cy="498400"/>
                </a:xfrm>
                <a:prstGeom prst="rect">
                  <a:avLst/>
                </a:prstGeom>
                <a:solidFill>
                  <a:srgbClr val="DA4C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Arial"/>
                    <a:buNone/>
                  </a:pPr>
                  <a:r>
                    <a:rPr lang="es-ES" sz="2000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sz="2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" name="Grupo 19">
                  <a:extLst>
                    <a:ext uri="{FF2B5EF4-FFF2-40B4-BE49-F238E27FC236}">
                      <a16:creationId xmlns:a16="http://schemas.microsoft.com/office/drawing/2014/main" id="{43B5F086-2B48-44E3-08E0-10596CDF87EE}"/>
                    </a:ext>
                  </a:extLst>
                </p:cNvPr>
                <p:cNvGrpSpPr/>
                <p:nvPr userDrawn="1"/>
              </p:nvGrpSpPr>
              <p:grpSpPr>
                <a:xfrm>
                  <a:off x="4030308" y="-10073"/>
                  <a:ext cx="6746566" cy="3631109"/>
                  <a:chOff x="4030308" y="-10073"/>
                  <a:chExt cx="6746566" cy="3631109"/>
                </a:xfrm>
              </p:grpSpPr>
              <p:sp>
                <p:nvSpPr>
                  <p:cNvPr id="21" name="Google Shape;161;p4">
                    <a:extLst>
                      <a:ext uri="{FF2B5EF4-FFF2-40B4-BE49-F238E27FC236}">
                        <a16:creationId xmlns:a16="http://schemas.microsoft.com/office/drawing/2014/main" id="{C9EAE01F-7A95-6AA8-CB31-5F41D3BF655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916174" y="2675189"/>
                    <a:ext cx="3860700" cy="498300"/>
                  </a:xfrm>
                  <a:prstGeom prst="rect">
                    <a:avLst/>
                  </a:prstGeom>
                  <a:solidFill>
                    <a:srgbClr val="E8E8E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marL="0" marR="0" lvl="0" indent="0" algn="l" rtl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2060"/>
                      </a:buClr>
                      <a:buSzPts val="1867"/>
                      <a:buFont typeface="Arial"/>
                      <a:buNone/>
                    </a:pPr>
                    <a:r>
                      <a:rPr lang="es-ES"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Objetivo del estudio</a:t>
                    </a:r>
                    <a:endParaRPr/>
                  </a:p>
                  <a:p>
                    <a:pPr marL="0" marR="0" lvl="0" indent="0" algn="l" rtl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5A0144D5-41F9-DC1C-F943-77686FBEA72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2783258" cy="3631109"/>
                    <a:chOff x="4030308" y="-10073"/>
                    <a:chExt cx="2783258" cy="3631109"/>
                  </a:xfrm>
                </p:grpSpPr>
                <p:grpSp>
                  <p:nvGrpSpPr>
                    <p:cNvPr id="23" name="Grupo 22">
                      <a:extLst>
                        <a:ext uri="{FF2B5EF4-FFF2-40B4-BE49-F238E27FC236}">
                          <a16:creationId xmlns:a16="http://schemas.microsoft.com/office/drawing/2014/main" id="{469A571C-1098-27AD-BAC9-F72CA052C36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1108793" cy="3631109"/>
                      <a:chOff x="4030308" y="-10073"/>
                      <a:chExt cx="1108793" cy="3631109"/>
                    </a:xfrm>
                  </p:grpSpPr>
                  <p:sp>
                    <p:nvSpPr>
                      <p:cNvPr id="25" name="Google Shape;25;p47">
                        <a:extLst>
                          <a:ext uri="{FF2B5EF4-FFF2-40B4-BE49-F238E27FC236}">
                            <a16:creationId xmlns:a16="http://schemas.microsoft.com/office/drawing/2014/main" id="{B52EE2EC-BEBB-B9CB-E94D-8C0FF2122CB4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556302" y="-10073"/>
                        <a:ext cx="56629" cy="21048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869" h="101407" extrusionOk="0">
                            <a:moveTo>
                              <a:pt x="0" y="0"/>
                            </a:moveTo>
                            <a:lnTo>
                              <a:pt x="0" y="101406"/>
                            </a:lnTo>
                            <a:lnTo>
                              <a:pt x="2869" y="101406"/>
                            </a:lnTo>
                            <a:lnTo>
                              <a:pt x="2869" y="0"/>
                            </a:lnTo>
                            <a:close/>
                          </a:path>
                        </a:pathLst>
                      </a:custGeom>
                      <a:solidFill>
                        <a:srgbClr val="071C2B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" name="Google Shape;26;p47">
                        <a:extLst>
                          <a:ext uri="{FF2B5EF4-FFF2-40B4-BE49-F238E27FC236}">
                            <a16:creationId xmlns:a16="http://schemas.microsoft.com/office/drawing/2014/main" id="{25B33AA8-7003-BBDC-2461-939C71D99B8F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030308" y="2451075"/>
                        <a:ext cx="1108793" cy="116996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6175" h="66348" extrusionOk="0">
                            <a:moveTo>
                              <a:pt x="3970" y="25218"/>
                            </a:moveTo>
                            <a:cubicBezTo>
                              <a:pt x="1469" y="29288"/>
                              <a:pt x="1" y="34025"/>
                              <a:pt x="1" y="39128"/>
                            </a:cubicBezTo>
                            <a:cubicBezTo>
                              <a:pt x="1" y="54139"/>
                              <a:pt x="12576" y="66348"/>
                              <a:pt x="28088" y="66348"/>
                            </a:cubicBezTo>
                            <a:cubicBezTo>
                              <a:pt x="43599" y="66348"/>
                              <a:pt x="56174" y="54139"/>
                              <a:pt x="56174" y="39128"/>
                            </a:cubicBezTo>
                            <a:cubicBezTo>
                              <a:pt x="56174" y="34025"/>
                              <a:pt x="54707" y="29288"/>
                              <a:pt x="52205" y="25218"/>
                            </a:cubicBezTo>
                            <a:lnTo>
                              <a:pt x="52305" y="25218"/>
                            </a:lnTo>
                            <a:cubicBezTo>
                              <a:pt x="40797" y="7906"/>
                              <a:pt x="41997" y="0"/>
                              <a:pt x="41997" y="0"/>
                            </a:cubicBezTo>
                            <a:lnTo>
                              <a:pt x="28088" y="0"/>
                            </a:lnTo>
                            <a:lnTo>
                              <a:pt x="14178" y="0"/>
                            </a:lnTo>
                            <a:cubicBezTo>
                              <a:pt x="14178" y="0"/>
                              <a:pt x="15378" y="7906"/>
                              <a:pt x="3870" y="25218"/>
                            </a:cubicBezTo>
                            <a:close/>
                          </a:path>
                        </a:pathLst>
                      </a:custGeom>
                      <a:solidFill>
                        <a:srgbClr val="74BD8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7" name="Google Shape;27;p47">
                        <a:extLst>
                          <a:ext uri="{FF2B5EF4-FFF2-40B4-BE49-F238E27FC236}">
                            <a16:creationId xmlns:a16="http://schemas.microsoft.com/office/drawing/2014/main" id="{CCD7EC53-0D43-54F0-D295-FE0716A10A1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310760" y="2146910"/>
                        <a:ext cx="548466" cy="30412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787" h="17247" extrusionOk="0">
                            <a:moveTo>
                              <a:pt x="13911" y="17246"/>
                            </a:moveTo>
                            <a:lnTo>
                              <a:pt x="13911" y="17246"/>
                            </a:lnTo>
                            <a:lnTo>
                              <a:pt x="27787" y="17246"/>
                            </a:lnTo>
                            <a:lnTo>
                              <a:pt x="27787" y="5738"/>
                            </a:lnTo>
                            <a:lnTo>
                              <a:pt x="24051" y="1"/>
                            </a:lnTo>
                            <a:lnTo>
                              <a:pt x="13911" y="1"/>
                            </a:lnTo>
                            <a:lnTo>
                              <a:pt x="13911" y="1"/>
                            </a:lnTo>
                            <a:lnTo>
                              <a:pt x="3770" y="1"/>
                            </a:lnTo>
                            <a:lnTo>
                              <a:pt x="1" y="5738"/>
                            </a:lnTo>
                            <a:lnTo>
                              <a:pt x="1" y="17246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8" name="Google Shape;28;p47">
                        <a:extLst>
                          <a:ext uri="{FF2B5EF4-FFF2-40B4-BE49-F238E27FC236}">
                            <a16:creationId xmlns:a16="http://schemas.microsoft.com/office/drawing/2014/main" id="{070912F0-FAA1-8953-A5BE-C6C5BCBC9608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265330" y="1975710"/>
                        <a:ext cx="638669" cy="43705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57" h="24785" extrusionOk="0">
                            <a:moveTo>
                              <a:pt x="32357" y="24785"/>
                            </a:moveTo>
                            <a:lnTo>
                              <a:pt x="0" y="24785"/>
                            </a:lnTo>
                            <a:lnTo>
                              <a:pt x="0" y="10341"/>
                            </a:lnTo>
                            <a:cubicBezTo>
                              <a:pt x="0" y="4637"/>
                              <a:pt x="4637" y="1"/>
                              <a:pt x="10341" y="1"/>
                            </a:cubicBezTo>
                            <a:lnTo>
                              <a:pt x="22016" y="1"/>
                            </a:lnTo>
                            <a:cubicBezTo>
                              <a:pt x="27720" y="1"/>
                              <a:pt x="32357" y="4637"/>
                              <a:pt x="32357" y="10341"/>
                            </a:cubicBezTo>
                            <a:lnTo>
                              <a:pt x="32357" y="24785"/>
                            </a:lnTo>
                            <a:close/>
                          </a:path>
                        </a:pathLst>
                      </a:custGeom>
                      <a:solidFill>
                        <a:srgbClr val="071C2B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29" name="Google Shape;29;p47">
                        <a:extLst>
                          <a:ext uri="{FF2B5EF4-FFF2-40B4-BE49-F238E27FC236}">
                            <a16:creationId xmlns:a16="http://schemas.microsoft.com/office/drawing/2014/main" id="{921F104E-60F1-D247-3692-642009E4111B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4286109" y="2852846"/>
                        <a:ext cx="608576" cy="456656"/>
                        <a:chOff x="3155126" y="5507486"/>
                        <a:chExt cx="229208" cy="192497"/>
                      </a:xfrm>
                    </p:grpSpPr>
                    <p:sp>
                      <p:nvSpPr>
                        <p:cNvPr id="30" name="Google Shape;30;p47">
                          <a:extLst>
                            <a:ext uri="{FF2B5EF4-FFF2-40B4-BE49-F238E27FC236}">
                              <a16:creationId xmlns:a16="http://schemas.microsoft.com/office/drawing/2014/main" id="{6565FDE0-4367-42D6-291B-30F8A5D652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55126" y="5556264"/>
                          <a:ext cx="143704" cy="14371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140" h="9141" extrusionOk="0">
                              <a:moveTo>
                                <a:pt x="4570" y="3102"/>
                              </a:moveTo>
                              <a:cubicBezTo>
                                <a:pt x="5371" y="3102"/>
                                <a:pt x="6038" y="3770"/>
                                <a:pt x="6038" y="4570"/>
                              </a:cubicBezTo>
                              <a:cubicBezTo>
                                <a:pt x="6038" y="5404"/>
                                <a:pt x="5371" y="6038"/>
                                <a:pt x="4570" y="6038"/>
                              </a:cubicBezTo>
                              <a:cubicBezTo>
                                <a:pt x="3736" y="6038"/>
                                <a:pt x="3102" y="5404"/>
                                <a:pt x="3102" y="4570"/>
                              </a:cubicBezTo>
                              <a:cubicBezTo>
                                <a:pt x="3102" y="3770"/>
                                <a:pt x="3736" y="3102"/>
                                <a:pt x="4570" y="3102"/>
                              </a:cubicBezTo>
                              <a:close/>
                              <a:moveTo>
                                <a:pt x="6738" y="7305"/>
                              </a:moveTo>
                              <a:cubicBezTo>
                                <a:pt x="6938" y="7139"/>
                                <a:pt x="7105" y="6972"/>
                                <a:pt x="7272" y="6772"/>
                              </a:cubicBezTo>
                              <a:lnTo>
                                <a:pt x="8373" y="7105"/>
                              </a:lnTo>
                              <a:cubicBezTo>
                                <a:pt x="8473" y="6939"/>
                                <a:pt x="8573" y="6772"/>
                                <a:pt x="8640" y="6605"/>
                              </a:cubicBezTo>
                              <a:lnTo>
                                <a:pt x="7806" y="5838"/>
                              </a:lnTo>
                              <a:cubicBezTo>
                                <a:pt x="7906" y="5604"/>
                                <a:pt x="7972" y="5371"/>
                                <a:pt x="8006" y="5104"/>
                              </a:cubicBezTo>
                              <a:lnTo>
                                <a:pt x="9107" y="4870"/>
                              </a:lnTo>
                              <a:cubicBezTo>
                                <a:pt x="9107" y="4770"/>
                                <a:pt x="9140" y="4670"/>
                                <a:pt x="9140" y="4570"/>
                              </a:cubicBezTo>
                              <a:cubicBezTo>
                                <a:pt x="9140" y="4503"/>
                                <a:pt x="9107" y="4403"/>
                                <a:pt x="9107" y="4303"/>
                              </a:cubicBezTo>
                              <a:lnTo>
                                <a:pt x="8006" y="4036"/>
                              </a:lnTo>
                              <a:cubicBezTo>
                                <a:pt x="7972" y="3803"/>
                                <a:pt x="7906" y="3536"/>
                                <a:pt x="7806" y="3336"/>
                              </a:cubicBezTo>
                              <a:lnTo>
                                <a:pt x="8640" y="2535"/>
                              </a:lnTo>
                              <a:cubicBezTo>
                                <a:pt x="8573" y="2369"/>
                                <a:pt x="8473" y="2202"/>
                                <a:pt x="8373" y="2068"/>
                              </a:cubicBezTo>
                              <a:lnTo>
                                <a:pt x="7272" y="2402"/>
                              </a:lnTo>
                              <a:cubicBezTo>
                                <a:pt x="7105" y="2202"/>
                                <a:pt x="6938" y="2002"/>
                                <a:pt x="6738" y="1868"/>
                              </a:cubicBezTo>
                              <a:lnTo>
                                <a:pt x="7072" y="767"/>
                              </a:lnTo>
                              <a:cubicBezTo>
                                <a:pt x="6938" y="667"/>
                                <a:pt x="6772" y="567"/>
                                <a:pt x="6605" y="501"/>
                              </a:cubicBezTo>
                              <a:lnTo>
                                <a:pt x="5804" y="1335"/>
                              </a:lnTo>
                              <a:cubicBezTo>
                                <a:pt x="5571" y="1234"/>
                                <a:pt x="5337" y="1168"/>
                                <a:pt x="5104" y="1134"/>
                              </a:cubicBezTo>
                              <a:lnTo>
                                <a:pt x="4837" y="34"/>
                              </a:lnTo>
                              <a:cubicBezTo>
                                <a:pt x="4737" y="0"/>
                                <a:pt x="4637" y="0"/>
                                <a:pt x="4570" y="0"/>
                              </a:cubicBezTo>
                              <a:cubicBezTo>
                                <a:pt x="4470" y="0"/>
                                <a:pt x="4370" y="0"/>
                                <a:pt x="4270" y="34"/>
                              </a:cubicBezTo>
                              <a:lnTo>
                                <a:pt x="4003" y="1134"/>
                              </a:lnTo>
                              <a:cubicBezTo>
                                <a:pt x="3769" y="1168"/>
                                <a:pt x="3536" y="1234"/>
                                <a:pt x="3302" y="1335"/>
                              </a:cubicBezTo>
                              <a:lnTo>
                                <a:pt x="2502" y="501"/>
                              </a:lnTo>
                              <a:cubicBezTo>
                                <a:pt x="2335" y="567"/>
                                <a:pt x="2202" y="667"/>
                                <a:pt x="2035" y="767"/>
                              </a:cubicBezTo>
                              <a:lnTo>
                                <a:pt x="2368" y="1868"/>
                              </a:lnTo>
                              <a:cubicBezTo>
                                <a:pt x="2168" y="2035"/>
                                <a:pt x="2001" y="2202"/>
                                <a:pt x="1835" y="2402"/>
                              </a:cubicBezTo>
                              <a:lnTo>
                                <a:pt x="734" y="2068"/>
                              </a:lnTo>
                              <a:cubicBezTo>
                                <a:pt x="634" y="2202"/>
                                <a:pt x="567" y="2369"/>
                                <a:pt x="467" y="2535"/>
                              </a:cubicBezTo>
                              <a:lnTo>
                                <a:pt x="1301" y="3336"/>
                              </a:lnTo>
                              <a:cubicBezTo>
                                <a:pt x="1201" y="3536"/>
                                <a:pt x="1134" y="3803"/>
                                <a:pt x="1101" y="4036"/>
                              </a:cubicBezTo>
                              <a:lnTo>
                                <a:pt x="0" y="4303"/>
                              </a:lnTo>
                              <a:cubicBezTo>
                                <a:pt x="0" y="4403"/>
                                <a:pt x="0" y="4470"/>
                                <a:pt x="0" y="4570"/>
                              </a:cubicBezTo>
                              <a:cubicBezTo>
                                <a:pt x="0" y="4670"/>
                                <a:pt x="0" y="4770"/>
                                <a:pt x="0" y="4870"/>
                              </a:cubicBezTo>
                              <a:lnTo>
                                <a:pt x="1101" y="5104"/>
                              </a:lnTo>
                              <a:cubicBezTo>
                                <a:pt x="1134" y="5371"/>
                                <a:pt x="1201" y="5604"/>
                                <a:pt x="1301" y="5838"/>
                              </a:cubicBezTo>
                              <a:lnTo>
                                <a:pt x="467" y="6605"/>
                              </a:lnTo>
                              <a:cubicBezTo>
                                <a:pt x="567" y="6772"/>
                                <a:pt x="634" y="6939"/>
                                <a:pt x="734" y="7105"/>
                              </a:cubicBezTo>
                              <a:lnTo>
                                <a:pt x="1835" y="6772"/>
                              </a:lnTo>
                              <a:cubicBezTo>
                                <a:pt x="2001" y="6972"/>
                                <a:pt x="2168" y="7139"/>
                                <a:pt x="2368" y="7305"/>
                              </a:cubicBezTo>
                              <a:lnTo>
                                <a:pt x="2035" y="8406"/>
                              </a:lnTo>
                              <a:cubicBezTo>
                                <a:pt x="2202" y="8506"/>
                                <a:pt x="2368" y="8573"/>
                                <a:pt x="2502" y="8673"/>
                              </a:cubicBezTo>
                              <a:lnTo>
                                <a:pt x="3302" y="7839"/>
                              </a:lnTo>
                              <a:cubicBezTo>
                                <a:pt x="3536" y="7939"/>
                                <a:pt x="3769" y="8006"/>
                                <a:pt x="4003" y="8039"/>
                              </a:cubicBezTo>
                              <a:lnTo>
                                <a:pt x="4270" y="9140"/>
                              </a:lnTo>
                              <a:cubicBezTo>
                                <a:pt x="4370" y="9140"/>
                                <a:pt x="4470" y="9140"/>
                                <a:pt x="4570" y="9140"/>
                              </a:cubicBezTo>
                              <a:cubicBezTo>
                                <a:pt x="4637" y="9140"/>
                                <a:pt x="4737" y="9140"/>
                                <a:pt x="4837" y="9140"/>
                              </a:cubicBezTo>
                              <a:lnTo>
                                <a:pt x="5104" y="8039"/>
                              </a:lnTo>
                              <a:cubicBezTo>
                                <a:pt x="5337" y="8006"/>
                                <a:pt x="5571" y="7939"/>
                                <a:pt x="5804" y="7839"/>
                              </a:cubicBezTo>
                              <a:lnTo>
                                <a:pt x="6605" y="8673"/>
                              </a:lnTo>
                              <a:cubicBezTo>
                                <a:pt x="6772" y="8573"/>
                                <a:pt x="6938" y="8506"/>
                                <a:pt x="7072" y="8406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lt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67"/>
                            <a:buFont typeface="Arial"/>
                            <a:buNone/>
                          </a:pPr>
                          <a:endParaRPr sz="1867" b="0" i="0" u="none" strike="noStrike" cap="non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" name="Google Shape;31;p47">
                          <a:extLst>
                            <a:ext uri="{FF2B5EF4-FFF2-40B4-BE49-F238E27FC236}">
                              <a16:creationId xmlns:a16="http://schemas.microsoft.com/office/drawing/2014/main" id="{F41CC672-16F9-3331-344B-50BBE33B1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272091" y="5507486"/>
                          <a:ext cx="112243" cy="11224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139" h="7139" extrusionOk="0">
                              <a:moveTo>
                                <a:pt x="3803" y="2435"/>
                              </a:moveTo>
                              <a:cubicBezTo>
                                <a:pt x="4404" y="2569"/>
                                <a:pt x="4837" y="3169"/>
                                <a:pt x="4704" y="3803"/>
                              </a:cubicBezTo>
                              <a:cubicBezTo>
                                <a:pt x="4604" y="4437"/>
                                <a:pt x="4004" y="4837"/>
                                <a:pt x="3370" y="4737"/>
                              </a:cubicBezTo>
                              <a:cubicBezTo>
                                <a:pt x="2736" y="4603"/>
                                <a:pt x="2336" y="4003"/>
                                <a:pt x="2436" y="3369"/>
                              </a:cubicBezTo>
                              <a:cubicBezTo>
                                <a:pt x="2569" y="2735"/>
                                <a:pt x="3170" y="2335"/>
                                <a:pt x="3803" y="2435"/>
                              </a:cubicBezTo>
                              <a:close/>
                              <a:moveTo>
                                <a:pt x="4871" y="6004"/>
                              </a:moveTo>
                              <a:cubicBezTo>
                                <a:pt x="5071" y="5904"/>
                                <a:pt x="5204" y="5804"/>
                                <a:pt x="5371" y="5671"/>
                              </a:cubicBezTo>
                              <a:lnTo>
                                <a:pt x="6172" y="6104"/>
                              </a:lnTo>
                              <a:cubicBezTo>
                                <a:pt x="6272" y="5971"/>
                                <a:pt x="6372" y="5871"/>
                                <a:pt x="6439" y="5771"/>
                              </a:cubicBezTo>
                              <a:lnTo>
                                <a:pt x="5905" y="5037"/>
                              </a:lnTo>
                              <a:cubicBezTo>
                                <a:pt x="6038" y="4870"/>
                                <a:pt x="6105" y="4703"/>
                                <a:pt x="6172" y="4503"/>
                              </a:cubicBezTo>
                              <a:lnTo>
                                <a:pt x="7072" y="4470"/>
                              </a:lnTo>
                              <a:cubicBezTo>
                                <a:pt x="7072" y="4370"/>
                                <a:pt x="7106" y="4303"/>
                                <a:pt x="7106" y="4236"/>
                              </a:cubicBezTo>
                              <a:cubicBezTo>
                                <a:pt x="7139" y="4170"/>
                                <a:pt x="7139" y="4103"/>
                                <a:pt x="7139" y="4036"/>
                              </a:cubicBezTo>
                              <a:lnTo>
                                <a:pt x="6339" y="3669"/>
                              </a:lnTo>
                              <a:cubicBezTo>
                                <a:pt x="6339" y="3469"/>
                                <a:pt x="6305" y="3269"/>
                                <a:pt x="6272" y="3069"/>
                              </a:cubicBezTo>
                              <a:lnTo>
                                <a:pt x="7039" y="2602"/>
                              </a:lnTo>
                              <a:cubicBezTo>
                                <a:pt x="7006" y="2435"/>
                                <a:pt x="6939" y="2302"/>
                                <a:pt x="6906" y="2168"/>
                              </a:cubicBezTo>
                              <a:lnTo>
                                <a:pt x="6005" y="2268"/>
                              </a:lnTo>
                              <a:cubicBezTo>
                                <a:pt x="5905" y="2102"/>
                                <a:pt x="5805" y="1935"/>
                                <a:pt x="5671" y="1801"/>
                              </a:cubicBezTo>
                              <a:lnTo>
                                <a:pt x="6072" y="1001"/>
                              </a:lnTo>
                              <a:cubicBezTo>
                                <a:pt x="5972" y="901"/>
                                <a:pt x="5872" y="801"/>
                                <a:pt x="5738" y="701"/>
                              </a:cubicBezTo>
                              <a:lnTo>
                                <a:pt x="5004" y="1234"/>
                              </a:lnTo>
                              <a:cubicBezTo>
                                <a:pt x="4837" y="1134"/>
                                <a:pt x="4671" y="1034"/>
                                <a:pt x="4471" y="967"/>
                              </a:cubicBezTo>
                              <a:lnTo>
                                <a:pt x="4437" y="67"/>
                              </a:lnTo>
                              <a:cubicBezTo>
                                <a:pt x="4370" y="67"/>
                                <a:pt x="4304" y="33"/>
                                <a:pt x="4237" y="33"/>
                              </a:cubicBezTo>
                              <a:cubicBezTo>
                                <a:pt x="4170" y="33"/>
                                <a:pt x="4070" y="0"/>
                                <a:pt x="4004" y="0"/>
                              </a:cubicBezTo>
                              <a:lnTo>
                                <a:pt x="3637" y="834"/>
                              </a:lnTo>
                              <a:cubicBezTo>
                                <a:pt x="3436" y="801"/>
                                <a:pt x="3270" y="834"/>
                                <a:pt x="3070" y="867"/>
                              </a:cubicBezTo>
                              <a:lnTo>
                                <a:pt x="2569" y="100"/>
                              </a:lnTo>
                              <a:cubicBezTo>
                                <a:pt x="2436" y="167"/>
                                <a:pt x="2302" y="200"/>
                                <a:pt x="2169" y="267"/>
                              </a:cubicBezTo>
                              <a:lnTo>
                                <a:pt x="2269" y="1134"/>
                              </a:lnTo>
                              <a:cubicBezTo>
                                <a:pt x="2102" y="1234"/>
                                <a:pt x="1935" y="1368"/>
                                <a:pt x="1769" y="1468"/>
                              </a:cubicBezTo>
                              <a:lnTo>
                                <a:pt x="968" y="1067"/>
                              </a:lnTo>
                              <a:cubicBezTo>
                                <a:pt x="868" y="1168"/>
                                <a:pt x="768" y="1301"/>
                                <a:pt x="701" y="1401"/>
                              </a:cubicBezTo>
                              <a:lnTo>
                                <a:pt x="1235" y="2135"/>
                              </a:lnTo>
                              <a:cubicBezTo>
                                <a:pt x="1101" y="2302"/>
                                <a:pt x="1035" y="2468"/>
                                <a:pt x="968" y="2669"/>
                              </a:cubicBezTo>
                              <a:lnTo>
                                <a:pt x="67" y="2702"/>
                              </a:lnTo>
                              <a:cubicBezTo>
                                <a:pt x="67" y="2769"/>
                                <a:pt x="34" y="2835"/>
                                <a:pt x="34" y="2902"/>
                              </a:cubicBezTo>
                              <a:cubicBezTo>
                                <a:pt x="1" y="2969"/>
                                <a:pt x="1" y="3069"/>
                                <a:pt x="1" y="3136"/>
                              </a:cubicBezTo>
                              <a:lnTo>
                                <a:pt x="801" y="3503"/>
                              </a:lnTo>
                              <a:cubicBezTo>
                                <a:pt x="801" y="3703"/>
                                <a:pt x="835" y="3903"/>
                                <a:pt x="868" y="4070"/>
                              </a:cubicBezTo>
                              <a:lnTo>
                                <a:pt x="101" y="4570"/>
                              </a:lnTo>
                              <a:cubicBezTo>
                                <a:pt x="134" y="4703"/>
                                <a:pt x="201" y="4837"/>
                                <a:pt x="234" y="4970"/>
                              </a:cubicBezTo>
                              <a:lnTo>
                                <a:pt x="1135" y="4870"/>
                              </a:lnTo>
                              <a:cubicBezTo>
                                <a:pt x="1235" y="5070"/>
                                <a:pt x="1335" y="5204"/>
                                <a:pt x="1468" y="5371"/>
                              </a:cubicBezTo>
                              <a:lnTo>
                                <a:pt x="1068" y="6171"/>
                              </a:lnTo>
                              <a:cubicBezTo>
                                <a:pt x="1168" y="6271"/>
                                <a:pt x="1268" y="6371"/>
                                <a:pt x="1402" y="6471"/>
                              </a:cubicBezTo>
                              <a:lnTo>
                                <a:pt x="2136" y="5938"/>
                              </a:lnTo>
                              <a:cubicBezTo>
                                <a:pt x="2302" y="6038"/>
                                <a:pt x="2469" y="6104"/>
                                <a:pt x="2669" y="6171"/>
                              </a:cubicBezTo>
                              <a:lnTo>
                                <a:pt x="2703" y="7072"/>
                              </a:lnTo>
                              <a:cubicBezTo>
                                <a:pt x="2769" y="7105"/>
                                <a:pt x="2836" y="7105"/>
                                <a:pt x="2903" y="7138"/>
                              </a:cubicBezTo>
                              <a:cubicBezTo>
                                <a:pt x="2969" y="7138"/>
                                <a:pt x="3070" y="7138"/>
                                <a:pt x="3136" y="7138"/>
                              </a:cubicBezTo>
                              <a:lnTo>
                                <a:pt x="3503" y="6338"/>
                              </a:lnTo>
                              <a:cubicBezTo>
                                <a:pt x="3703" y="6338"/>
                                <a:pt x="3870" y="6338"/>
                                <a:pt x="4070" y="6305"/>
                              </a:cubicBezTo>
                              <a:lnTo>
                                <a:pt x="4571" y="7038"/>
                              </a:lnTo>
                              <a:cubicBezTo>
                                <a:pt x="4704" y="7005"/>
                                <a:pt x="4837" y="6972"/>
                                <a:pt x="4971" y="690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lt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67"/>
                            <a:buFont typeface="Arial"/>
                            <a:buNone/>
                          </a:pPr>
                          <a:endParaRPr sz="1867" b="0" i="0" u="none" strike="noStrike" cap="non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24" name="Google Shape;168;p4">
                      <a:extLst>
                        <a:ext uri="{FF2B5EF4-FFF2-40B4-BE49-F238E27FC236}">
                          <a16:creationId xmlns:a16="http://schemas.microsoft.com/office/drawing/2014/main" id="{F22BC0A7-0BB5-859A-2823-FFE453EF66AE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6766" y="2668005"/>
                      <a:ext cx="446800" cy="4960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B566E5F3-1B21-3F7A-02DB-0F44B2389429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811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18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DA4C4C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29/11/25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694" r:id="rId3"/>
    <p:sldLayoutId id="2147483692" r:id="rId4"/>
    <p:sldLayoutId id="2147483712" r:id="rId5"/>
    <p:sldLayoutId id="2147483693" r:id="rId6"/>
    <p:sldLayoutId id="2147483702" r:id="rId7"/>
    <p:sldLayoutId id="2147483682" r:id="rId8"/>
    <p:sldLayoutId id="2147483688" r:id="rId9"/>
    <p:sldLayoutId id="2147483684" r:id="rId10"/>
    <p:sldLayoutId id="2147483703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DA4C4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1" i="0" u="none" strike="noStrike" cap="none">
          <a:solidFill>
            <a:srgbClr val="00206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endParaRPr dirty="0"/>
          </a:p>
        </p:txBody>
      </p:sp>
      <p:sp>
        <p:nvSpPr>
          <p:cNvPr id="3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rPr dirty="0"/>
              <a:t>Informe </a:t>
            </a:r>
            <a:r>
              <a:rPr dirty="0" err="1"/>
              <a:t>Consolidado</a:t>
            </a:r>
            <a:br>
              <a:rPr dirty="0"/>
            </a:br>
            <a:r>
              <a:rPr lang="en-US" dirty="0" err="1"/>
              <a:t>Fecha</a:t>
            </a:r>
            <a:br>
              <a:rPr dirty="0"/>
            </a:br>
            <a:r>
              <a:rPr dirty="0"/>
              <a:t>Por </a:t>
            </a:r>
            <a:r>
              <a:rPr dirty="0" err="1"/>
              <a:t>encargo</a:t>
            </a:r>
            <a:r>
              <a:rPr dirty="0"/>
              <a:t> de PULSO PUCP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OBJETIVO GENERAL</a:t>
            </a:r>
          </a:p>
        </p:txBody>
      </p:sp>
      <p:sp>
        <p:nvSpPr>
          <p:cNvPr id="3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Conocer</a:t>
            </a:r>
            <a:r>
              <a:rPr dirty="0"/>
              <a:t> la </a:t>
            </a:r>
            <a:r>
              <a:rPr dirty="0" err="1"/>
              <a:t>percepción</a:t>
            </a:r>
            <a:r>
              <a:rPr dirty="0"/>
              <a:t> de </a:t>
            </a:r>
            <a:r>
              <a:rPr dirty="0" err="1"/>
              <a:t>estudiantes</a:t>
            </a:r>
            <a:r>
              <a:rPr dirty="0"/>
              <a:t>, </a:t>
            </a:r>
            <a:r>
              <a:rPr dirty="0" err="1"/>
              <a:t>egresados</a:t>
            </a:r>
            <a:r>
              <a:rPr dirty="0"/>
              <a:t>, </a:t>
            </a:r>
            <a:r>
              <a:rPr dirty="0" err="1"/>
              <a:t>docentes</a:t>
            </a:r>
            <a:r>
              <a:rPr dirty="0"/>
              <a:t> y personal </a:t>
            </a:r>
            <a:r>
              <a:rPr dirty="0" err="1"/>
              <a:t>administrativos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misión</a:t>
            </a:r>
            <a:r>
              <a:rPr dirty="0"/>
              <a:t> y </a:t>
            </a:r>
            <a:r>
              <a:rPr dirty="0" err="1"/>
              <a:t>propósitos</a:t>
            </a:r>
            <a:r>
              <a:rPr dirty="0"/>
              <a:t>, </a:t>
            </a:r>
            <a:r>
              <a:rPr dirty="0" err="1"/>
              <a:t>perfil</a:t>
            </a:r>
            <a:r>
              <a:rPr dirty="0"/>
              <a:t> de </a:t>
            </a:r>
            <a:r>
              <a:rPr dirty="0" err="1"/>
              <a:t>egreso</a:t>
            </a:r>
            <a:r>
              <a:rPr dirty="0"/>
              <a:t>, plan de </a:t>
            </a:r>
            <a:r>
              <a:rPr dirty="0" err="1"/>
              <a:t>estudios</a:t>
            </a:r>
            <a:r>
              <a:rPr dirty="0"/>
              <a:t>, </a:t>
            </a:r>
            <a:r>
              <a:rPr dirty="0" err="1"/>
              <a:t>desarrollo</a:t>
            </a:r>
            <a:r>
              <a:rPr dirty="0"/>
              <a:t> de la </a:t>
            </a:r>
            <a:r>
              <a:rPr dirty="0" err="1"/>
              <a:t>investigación</a:t>
            </a:r>
            <a:r>
              <a:rPr dirty="0"/>
              <a:t>, </a:t>
            </a:r>
            <a:r>
              <a:rPr dirty="0" err="1"/>
              <a:t>vinculación</a:t>
            </a:r>
            <a:r>
              <a:rPr dirty="0"/>
              <a:t> con </a:t>
            </a:r>
            <a:r>
              <a:rPr dirty="0" err="1"/>
              <a:t>el</a:t>
            </a:r>
            <a:r>
              <a:rPr dirty="0"/>
              <a:t> medio y </a:t>
            </a:r>
            <a:r>
              <a:rPr dirty="0" err="1"/>
              <a:t>otras</a:t>
            </a:r>
            <a:r>
              <a:rPr dirty="0"/>
              <a:t> </a:t>
            </a:r>
            <a:r>
              <a:rPr dirty="0" err="1"/>
              <a:t>dimensiones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IAC-CINDA;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, la </a:t>
            </a:r>
            <a:r>
              <a:rPr dirty="0" err="1"/>
              <a:t>percepción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niveles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brindados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Facultad</a:t>
            </a:r>
            <a:r>
              <a:rPr dirty="0"/>
              <a:t> de </a:t>
            </a:r>
            <a:r>
              <a:rPr dirty="0" err="1"/>
              <a:t>Ciencias</a:t>
            </a:r>
            <a:r>
              <a:rPr dirty="0"/>
              <a:t> y Artes de la </a:t>
            </a:r>
            <a:r>
              <a:rPr dirty="0" err="1"/>
              <a:t>Comunicación</a:t>
            </a:r>
            <a:r>
              <a:rPr dirty="0"/>
              <a:t> de la PUCP.</a:t>
            </a:r>
          </a:p>
        </p:txBody>
      </p:sp>
      <p:pic>
        <p:nvPicPr>
          <p:cNvPr id="4" name="Picture 1" descr="../../../../../AppData/Local/R/win-library/4.4/pulsoreport/extdata/Bullsey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905000"/>
            <a:ext cx="17018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rPr dirty="0"/>
              <a:t>FICHA TÉCNICA</a:t>
            </a:r>
            <a:r>
              <a:rPr lang="es-PE" dirty="0"/>
              <a:t> CUANTITATIVA</a:t>
            </a:r>
            <a:endParaRPr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/>
        </p:nvGraphicFramePr>
        <p:xfrm>
          <a:off x="457200" y="1188719"/>
          <a:ext cx="11430000" cy="507353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5065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Tipo y técnica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Metodología cuantitativa mediante </a:t>
                      </a:r>
                      <a:r>
                        <a:rPr lang="es-PE" sz="1500" b="0" i="0" u="none" cap="none" noProof="1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 cuestas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online en la plataforma </a:t>
                      </a:r>
                      <a:r>
                        <a:rPr sz="1500" b="0" i="1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SurveyMonkey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, aplicadas de manera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presencial y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 través de correos electrónicos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11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Universo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Estudiantes de la 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carrera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 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Docentes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Personal Administrativo </a:t>
                      </a:r>
                      <a:r>
                        <a:rPr lang="es-ES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de la Facultad de Ciencias y Artes de la Comunicación de la PUCP</a:t>
                      </a:r>
                      <a:endParaRPr sz="1500" b="0" i="0" u="none" cap="none" dirty="0">
                        <a:solidFill>
                          <a:srgbClr val="0E255C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11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Población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91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studiantes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36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docentes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29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administrativos de la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Facultad de Ciencias y Artes de la Comunicación de 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la PUCP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065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Muestreo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 probabilístico por conveniencia respetando las cuotas según variables de control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611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Muestra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 (71%)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studiantes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 (83%)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docentes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 (97%)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administrativos de la </a:t>
                      </a:r>
                      <a:r>
                        <a:rPr lang="es-ES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Facultad de Ciencias y Artes de la Comunicación de la PUCP</a:t>
                      </a:r>
                      <a:endParaRPr sz="1500" b="0" i="0" u="none" cap="none" dirty="0">
                        <a:solidFill>
                          <a:srgbClr val="0E255C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065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Trabajo de campo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Del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mayo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al 2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juni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 del 2025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734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PERFIL DEL ENCUESTADO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20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pulsopucp@pucp.edu.pe</a:t>
            </a:r>
            <a:endParaRPr sz="1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20"/>
          <p:cNvSpPr txBox="1">
            <a:spLocks noGrp="1"/>
          </p:cNvSpPr>
          <p:nvPr>
            <p:ph type="ftr" idx="11"/>
          </p:nvPr>
        </p:nvSpPr>
        <p:spPr>
          <a:xfrm>
            <a:off x="4298446" y="6113745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Av. Universitaria 1801, San Miguel, Lima 32 - Perú</a:t>
            </a:r>
            <a:endParaRPr sz="1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0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ES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pulso.pucp.edu.pe</a:t>
            </a:r>
            <a:endParaRPr sz="1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0206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306</Words>
  <Application>Microsoft Macintosh PowerPoint</Application>
  <PresentationFormat>Widescreen</PresentationFormat>
  <Paragraphs>21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OBJETIVO GENERAL</vt:lpstr>
      <vt:lpstr>FICHA TÉCNICA CUANTITATIVA</vt:lpstr>
      <vt:lpstr>PERFIL DEL ENCUESTADO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 Almendariz Villanueva</cp:lastModifiedBy>
  <cp:revision>39</cp:revision>
  <dcterms:created xsi:type="dcterms:W3CDTF">2025-07-16T05:29:30Z</dcterms:created>
  <dcterms:modified xsi:type="dcterms:W3CDTF">2025-11-29T13:22:37Z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