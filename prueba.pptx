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Relationship Id="rId24" Type="http://schemas.openxmlformats.org/officeDocument/2006/relationships/slide" Target="slides/slide17.xml"/>
<Relationship Id="rId25" Type="http://schemas.openxmlformats.org/officeDocument/2006/relationships/slide" Target="slides/slide18.xml"/>
<Relationship Id="rId26" Type="http://schemas.openxmlformats.org/officeDocument/2006/relationships/slide" Target="slides/slide19.xml"/>
<Relationship Id="rId27" Type="http://schemas.openxmlformats.org/officeDocument/2006/relationships/slide" Target="slides/slide20.xml"/>
<Relationship Id="rId28" Type="http://schemas.openxmlformats.org/officeDocument/2006/relationships/slide" Target="slides/slide21.xml"/>
<Relationship Id="rId29" Type="http://schemas.openxmlformats.org/officeDocument/2006/relationships/slide" Target="slides/slide22.xml"/>
<Relationship Id="rId30" Type="http://schemas.openxmlformats.org/officeDocument/2006/relationships/slide" Target="slides/slide23.xml"/>
<Relationship Id="rId31" Type="http://schemas.openxmlformats.org/officeDocument/2006/relationships/slide" Target="slides/slide24.xml"/>
<Relationship Id="rId32" Type="http://schemas.openxmlformats.org/officeDocument/2006/relationships/slide" Target="slides/slide25.xml"/>
<Relationship Id="rId33" Type="http://schemas.openxmlformats.org/officeDocument/2006/relationships/slide" Target="slides/slide26.xml"/>
<Relationship Id="rId34" Type="http://schemas.openxmlformats.org/officeDocument/2006/relationships/slide" Target="slides/slide27.xml"/>
<Relationship Id="rId35" Type="http://schemas.openxmlformats.org/officeDocument/2006/relationships/slide" Target="slides/slide28.xml"/>
<Relationship Id="rId36" Type="http://schemas.openxmlformats.org/officeDocument/2006/relationships/slide" Target="slides/slide29.xml"/>
<Relationship Id="rId37" Type="http://schemas.openxmlformats.org/officeDocument/2006/relationships/slide" Target="slides/slide30.xml"/>
<Relationship Id="rId38" Type="http://schemas.openxmlformats.org/officeDocument/2006/relationships/slide" Target="slides/slide3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465989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891548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51279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512794"/>
              <a:ext cx="6234545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58039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48631"/>
              <a:ext cx="527221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981948" y="5448631"/>
              <a:ext cx="604755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586703" y="5448631"/>
              <a:ext cx="166156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48269" y="5448631"/>
              <a:ext cx="1867842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116111" y="5448631"/>
              <a:ext cx="1573161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515098"/>
              <a:ext cx="1045548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00275" y="4515098"/>
              <a:ext cx="1113720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613996" y="4515098"/>
              <a:ext cx="1354742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68738" y="4515098"/>
              <a:ext cx="1238019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206758" y="4515098"/>
              <a:ext cx="1482514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3581565"/>
              <a:ext cx="705943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160670" y="3581565"/>
              <a:ext cx="1482703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643373" y="3581565"/>
              <a:ext cx="1595383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238757" y="3581565"/>
              <a:ext cx="1004340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243097" y="3581565"/>
              <a:ext cx="144617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2648032"/>
              <a:ext cx="1019729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474456" y="2648032"/>
              <a:ext cx="1021197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95653" y="2648032"/>
              <a:ext cx="1318419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814073" y="2648032"/>
              <a:ext cx="1204901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018975" y="2648032"/>
              <a:ext cx="1670297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1714500"/>
              <a:ext cx="1085860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40587" y="1714500"/>
              <a:ext cx="957549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98136" y="1714500"/>
              <a:ext cx="94019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438332" y="1714500"/>
              <a:ext cx="1937354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375686" y="1714500"/>
              <a:ext cx="131358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1613885" y="5747927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139680" y="57483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272840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037544" y="57482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58046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832855" y="4815312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912490" y="4814394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146721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443102" y="4814465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03369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63052" y="3881779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57376" y="3881003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29641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596281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82153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819946" y="2947399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840409" y="2948246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010217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271878" y="2947540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709478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53011" y="2013796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74716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823588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262363" y="2014078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887833" y="201393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88661" y="5656372"/>
              <a:ext cx="543284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Atención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35628" y="4771781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05168" y="3881360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63968" y="2902415"/>
              <a:ext cx="867978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Resolución de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71844" y="3110781"/>
              <a:ext cx="360102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14446" y="2110193"/>
              <a:ext cx="317500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296373" y="566021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296373" y="477271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296373" y="3885205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296373" y="299782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170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296373" y="21101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246909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454727" y="1714499"/>
              <a:ext cx="6234545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689272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789709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2091462" y="6452815"/>
              <a:ext cx="93272" cy="104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3341146" y="6452815"/>
              <a:ext cx="93272" cy="104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301524" y="6452815"/>
              <a:ext cx="93272" cy="104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960912" y="6452815"/>
              <a:ext cx="93272" cy="104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5822484" y="6452815"/>
              <a:ext cx="93272" cy="104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2249035" y="6431034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498719" y="6456025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459097" y="6457079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118484" y="6454289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5980056" y="6431034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0" y="6152029"/>
              <a:ext cx="9144000" cy="705970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275381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562316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992953"/>
              <a:ext cx="6234545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00510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36320"/>
              <a:ext cx="66944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124176" y="5436320"/>
              <a:ext cx="1118684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42860" y="5436320"/>
              <a:ext cx="1046448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89309" y="5436320"/>
              <a:ext cx="2342733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632043" y="5436320"/>
              <a:ext cx="1057229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820466"/>
              <a:ext cx="1139740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94468" y="4820466"/>
              <a:ext cx="78541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379885" y="4820466"/>
              <a:ext cx="159676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76652" y="4820466"/>
              <a:ext cx="2065158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041811" y="4820466"/>
              <a:ext cx="64746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4204613"/>
              <a:ext cx="300378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755106" y="4204613"/>
              <a:ext cx="506725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261831" y="4204613"/>
              <a:ext cx="159711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8949" y="4204613"/>
              <a:ext cx="195852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17477" y="4204613"/>
              <a:ext cx="1871795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3588760"/>
              <a:ext cx="726385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181112" y="3588760"/>
              <a:ext cx="525582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706695" y="3588760"/>
              <a:ext cx="1174725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881420" y="3588760"/>
              <a:ext cx="2420395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301815" y="3588760"/>
              <a:ext cx="1387456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2972907"/>
              <a:ext cx="72595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180683" y="2972907"/>
              <a:ext cx="780011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960695" y="2972907"/>
              <a:ext cx="1599182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559878" y="2972907"/>
              <a:ext cx="1699372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259251" y="2972907"/>
              <a:ext cx="143002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454727" y="2357053"/>
              <a:ext cx="25731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712043" y="2357053"/>
              <a:ext cx="69519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407240" y="2357053"/>
              <a:ext cx="880166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287407" y="2357053"/>
              <a:ext cx="317557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6462982" y="2357053"/>
              <a:ext cx="1226290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454727" y="1741200"/>
              <a:ext cx="468921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923648" y="1741200"/>
              <a:ext cx="72332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646974" y="1741200"/>
              <a:ext cx="1311390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958365" y="1741200"/>
              <a:ext cx="166388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5622249" y="1741200"/>
              <a:ext cx="206702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454727" y="1125347"/>
              <a:ext cx="24805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702786" y="1125347"/>
              <a:ext cx="56177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264562" y="1125347"/>
              <a:ext cx="1409229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73792" y="1125347"/>
              <a:ext cx="210687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780669" y="1125347"/>
              <a:ext cx="190860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1644805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538872" y="5598280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621439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16030" y="5598562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37%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016012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79951" y="4982427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42530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13%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033623" y="4982497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864585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220896" y="49828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904016" y="4366573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915744" y="436664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693567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608729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673274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339451" y="3750720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4941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94697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39%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850898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673059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426044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615641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264918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829616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1914996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02678" y="2519225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14%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730548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51%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931481" y="251908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584735" y="1904078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40665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158024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45661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511115" y="1903443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879221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824531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582585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34%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590325" y="1287590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500463" y="4367491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478932" y="2519225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474304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74212" y="5404325"/>
              <a:ext cx="557733" cy="118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Acceso y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47460" y="5608351"/>
              <a:ext cx="684485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orientación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35628" y="4835923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23760" y="5019733"/>
              <a:ext cx="508186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del local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95668" y="4244391"/>
              <a:ext cx="536277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 del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02614" y="4403024"/>
              <a:ext cx="529332" cy="1180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personal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96884" y="3627124"/>
              <a:ext cx="635062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Tiempo de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22420" y="3832452"/>
              <a:ext cx="409525" cy="96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espera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99128" y="3057544"/>
              <a:ext cx="832817" cy="956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Claridad de la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05168" y="3238501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476953" y="2463159"/>
              <a:ext cx="754992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Solución del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42475" y="2671526"/>
              <a:ext cx="289470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69884" y="1846574"/>
              <a:ext cx="762062" cy="121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Seguimiento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681530" y="2032617"/>
              <a:ext cx="550416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posterior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83774" y="1278234"/>
              <a:ext cx="748171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Satisfacción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80190" y="1439658"/>
              <a:ext cx="451755" cy="1190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general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296373" y="552088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240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296373" y="49282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157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8296373" y="433583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164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8296373" y="374349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230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296373" y="315103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210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8296373" y="2560800"/>
              <a:ext cx="448344" cy="91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227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8296373" y="196598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252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8296373" y="1373519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246909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7689272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789709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2173930" y="6309323"/>
              <a:ext cx="93272" cy="104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3423614" y="6309323"/>
              <a:ext cx="93272" cy="104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4383992" y="6309323"/>
              <a:ext cx="93272" cy="104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043380" y="6309323"/>
              <a:ext cx="93272" cy="104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5904952" y="6309323"/>
              <a:ext cx="93272" cy="104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2331503" y="6287543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581187" y="6312533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541565" y="6313588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200953" y="6310797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6062525" y="6287543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132" name="rc132"/>
            <p:cNvSpPr/>
            <p:nvPr/>
          </p:nvSpPr>
          <p:spPr>
            <a:xfrm>
              <a:off x="0" y="5865046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077219" y="5794577"/>
              <a:ext cx="93272" cy="1043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842525" y="5794577"/>
              <a:ext cx="93272" cy="1043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607831" y="5794577"/>
              <a:ext cx="93272" cy="10439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373137" y="5794577"/>
              <a:ext cx="93272" cy="10439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077219" y="5970639"/>
              <a:ext cx="93272" cy="10439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842525" y="5970639"/>
              <a:ext cx="93272" cy="10439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607831" y="5970639"/>
              <a:ext cx="93272" cy="10439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373137" y="5970639"/>
              <a:ext cx="93272" cy="104398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3234792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000098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765404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530710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234792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000098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765404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530710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465989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891548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51279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512794"/>
              <a:ext cx="6234545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58039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48631"/>
              <a:ext cx="527221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981948" y="5448631"/>
              <a:ext cx="604755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586703" y="5448631"/>
              <a:ext cx="166156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48269" y="5448631"/>
              <a:ext cx="1867842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116111" y="5448631"/>
              <a:ext cx="1573161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515098"/>
              <a:ext cx="1045548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00275" y="4515098"/>
              <a:ext cx="1113720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613996" y="4515098"/>
              <a:ext cx="1354742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68738" y="4515098"/>
              <a:ext cx="1238019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206758" y="4515098"/>
              <a:ext cx="1482514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3581565"/>
              <a:ext cx="705943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160670" y="3581565"/>
              <a:ext cx="1482703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643373" y="3581565"/>
              <a:ext cx="1595383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238757" y="3581565"/>
              <a:ext cx="1004340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243097" y="3581565"/>
              <a:ext cx="144617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2648032"/>
              <a:ext cx="1019729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474456" y="2648032"/>
              <a:ext cx="1021197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95653" y="2648032"/>
              <a:ext cx="1318419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814073" y="2648032"/>
              <a:ext cx="1204901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018975" y="2648032"/>
              <a:ext cx="1670297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1714500"/>
              <a:ext cx="1085860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40587" y="1714500"/>
              <a:ext cx="957549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98136" y="1714500"/>
              <a:ext cx="94019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438332" y="1714500"/>
              <a:ext cx="1937354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375686" y="1714500"/>
              <a:ext cx="131358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1613885" y="5747927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139680" y="57483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272840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037544" y="57482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58046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832855" y="4815312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912490" y="4814394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146721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443102" y="4814465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03369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63052" y="3881779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57376" y="3881003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29641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596281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82153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819946" y="2947399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840409" y="2948246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010217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271878" y="2947540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709478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53011" y="2013796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74716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823588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262363" y="2014078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887833" y="201393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88661" y="5656372"/>
              <a:ext cx="543284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Atención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35628" y="4771781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05168" y="3881360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63968" y="2902415"/>
              <a:ext cx="867978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Resolución de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71844" y="3110781"/>
              <a:ext cx="360102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14446" y="2110193"/>
              <a:ext cx="317500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296373" y="566021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296373" y="477271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296373" y="3885205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296373" y="299782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170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296373" y="21101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246909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454727" y="1714499"/>
              <a:ext cx="6234545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689272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789709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1539489" y="6452815"/>
              <a:ext cx="219272" cy="104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2984762" y="6452815"/>
              <a:ext cx="219272" cy="104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140729" y="6452815"/>
              <a:ext cx="219272" cy="104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995706" y="6452815"/>
              <a:ext cx="219272" cy="104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6052867" y="6452815"/>
              <a:ext cx="219272" cy="104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1766125" y="6431034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211398" y="6456025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367365" y="6457079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22343" y="6454289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279504" y="6431034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0" y="6152029"/>
              <a:ext cx="9144000" cy="705970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275381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562316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992953"/>
              <a:ext cx="6234545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00510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36320"/>
              <a:ext cx="66944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124176" y="5436320"/>
              <a:ext cx="1118684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42860" y="5436320"/>
              <a:ext cx="1046448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89309" y="5436320"/>
              <a:ext cx="2342733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632043" y="5436320"/>
              <a:ext cx="1057229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820466"/>
              <a:ext cx="1139740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94468" y="4820466"/>
              <a:ext cx="78541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379885" y="4820466"/>
              <a:ext cx="159676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76652" y="4820466"/>
              <a:ext cx="2065158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041811" y="4820466"/>
              <a:ext cx="64746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4204613"/>
              <a:ext cx="300378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755106" y="4204613"/>
              <a:ext cx="506725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261831" y="4204613"/>
              <a:ext cx="159711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8949" y="4204613"/>
              <a:ext cx="195852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17477" y="4204613"/>
              <a:ext cx="1871795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3588760"/>
              <a:ext cx="726385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181112" y="3588760"/>
              <a:ext cx="525582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706695" y="3588760"/>
              <a:ext cx="1174725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881420" y="3588760"/>
              <a:ext cx="2420395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301815" y="3588760"/>
              <a:ext cx="1387456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2972907"/>
              <a:ext cx="72595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180683" y="2972907"/>
              <a:ext cx="780011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960695" y="2972907"/>
              <a:ext cx="1599182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559878" y="2972907"/>
              <a:ext cx="1699372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259251" y="2972907"/>
              <a:ext cx="143002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454727" y="2357053"/>
              <a:ext cx="25731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712043" y="2357053"/>
              <a:ext cx="69519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407240" y="2357053"/>
              <a:ext cx="880166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287407" y="2357053"/>
              <a:ext cx="317557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6462982" y="2357053"/>
              <a:ext cx="1226290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454727" y="1741200"/>
              <a:ext cx="468921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923648" y="1741200"/>
              <a:ext cx="72332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646974" y="1741200"/>
              <a:ext cx="1311390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958365" y="1741200"/>
              <a:ext cx="166388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5622249" y="1741200"/>
              <a:ext cx="206702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454727" y="1125347"/>
              <a:ext cx="24805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702786" y="1125347"/>
              <a:ext cx="56177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264562" y="1125347"/>
              <a:ext cx="1409229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73792" y="1125347"/>
              <a:ext cx="210687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780669" y="1125347"/>
              <a:ext cx="190860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1644805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538872" y="5598280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621439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16030" y="5598562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37%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016012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79951" y="4982427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42530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13%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033623" y="4982497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864585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220896" y="49828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904016" y="4366573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915744" y="436664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693567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608729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673274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339451" y="3750720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4941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94697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39%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850898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673059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426044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615641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264918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829616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1914996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02678" y="2519225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14%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730548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51%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931481" y="251908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584735" y="1904078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40665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158024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45661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511115" y="1903443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879221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824531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582585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34%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590325" y="1287590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500463" y="4367491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478932" y="2519225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474304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74212" y="5404325"/>
              <a:ext cx="557733" cy="118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Acceso y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47460" y="5608351"/>
              <a:ext cx="684485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orientación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35628" y="4835923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23760" y="5019733"/>
              <a:ext cx="508186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del local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95668" y="4244391"/>
              <a:ext cx="536277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 del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02614" y="4403024"/>
              <a:ext cx="529332" cy="1180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personal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96884" y="3627124"/>
              <a:ext cx="635062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Tiempo de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22420" y="3832452"/>
              <a:ext cx="409525" cy="96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espera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99128" y="3057544"/>
              <a:ext cx="832817" cy="956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Claridad de la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05168" y="3238501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476953" y="2463159"/>
              <a:ext cx="754992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Solución del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42475" y="2671526"/>
              <a:ext cx="289470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69884" y="1846574"/>
              <a:ext cx="762062" cy="121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Seguimiento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681530" y="2032617"/>
              <a:ext cx="550416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posterior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83774" y="1278234"/>
              <a:ext cx="748171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Satisfacción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80190" y="1439658"/>
              <a:ext cx="451755" cy="1190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general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296373" y="552088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240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296373" y="49282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157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8296373" y="433583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164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8296373" y="374349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230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296373" y="315103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210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8296373" y="2560800"/>
              <a:ext cx="448344" cy="91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227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8296373" y="196598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252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8296373" y="1373519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246909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7689272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789709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1684957" y="6309323"/>
              <a:ext cx="219272" cy="104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3130230" y="6309323"/>
              <a:ext cx="219272" cy="104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4286197" y="6309323"/>
              <a:ext cx="219272" cy="104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141174" y="6309323"/>
              <a:ext cx="219272" cy="104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6198335" y="6309323"/>
              <a:ext cx="219272" cy="104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1911594" y="6287543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356867" y="6312533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512834" y="6313588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367811" y="6310797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6424972" y="6287543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132" name="rc132"/>
            <p:cNvSpPr/>
            <p:nvPr/>
          </p:nvSpPr>
          <p:spPr>
            <a:xfrm>
              <a:off x="0" y="5865046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686041" y="5794577"/>
              <a:ext cx="219272" cy="1043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46936" y="5794577"/>
              <a:ext cx="219272" cy="1043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607831" y="5794577"/>
              <a:ext cx="219272" cy="10439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568726" y="5794577"/>
              <a:ext cx="219272" cy="10439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686041" y="5970639"/>
              <a:ext cx="219272" cy="10439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646936" y="5970639"/>
              <a:ext cx="219272" cy="10439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607831" y="5970639"/>
              <a:ext cx="219272" cy="10439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568726" y="5970639"/>
              <a:ext cx="219272" cy="104398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2912678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873573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834468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795363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12678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873573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834468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795363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465989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891548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51279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512794"/>
              <a:ext cx="6234545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58039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48631"/>
              <a:ext cx="527221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981948" y="5448631"/>
              <a:ext cx="604755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586703" y="5448631"/>
              <a:ext cx="166156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48269" y="5448631"/>
              <a:ext cx="1867842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116111" y="5448631"/>
              <a:ext cx="1573161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515098"/>
              <a:ext cx="1045548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00275" y="4515098"/>
              <a:ext cx="1113720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613996" y="4515098"/>
              <a:ext cx="1354742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68738" y="4515098"/>
              <a:ext cx="1238019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206758" y="4515098"/>
              <a:ext cx="1482514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3581565"/>
              <a:ext cx="705943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160670" y="3581565"/>
              <a:ext cx="1482703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643373" y="3581565"/>
              <a:ext cx="1595383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238757" y="3581565"/>
              <a:ext cx="1004340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243097" y="3581565"/>
              <a:ext cx="144617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2648032"/>
              <a:ext cx="1019729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474456" y="2648032"/>
              <a:ext cx="1021197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95653" y="2648032"/>
              <a:ext cx="1318419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814073" y="2648032"/>
              <a:ext cx="1204901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018975" y="2648032"/>
              <a:ext cx="1670297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1714500"/>
              <a:ext cx="1085860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40587" y="1714500"/>
              <a:ext cx="957549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98136" y="1714500"/>
              <a:ext cx="94019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438332" y="1714500"/>
              <a:ext cx="1937354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375686" y="1714500"/>
              <a:ext cx="131358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1613885" y="5747927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139680" y="57483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272840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037544" y="57482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58046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832855" y="4815312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912490" y="4814394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146721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443102" y="4814465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03369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63052" y="3881779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57376" y="3881003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29641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596281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82153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819946" y="2947399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840409" y="2948246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010217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271878" y="2947540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709478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53011" y="2013796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74716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823588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262363" y="2014078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887833" y="201393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88661" y="5656372"/>
              <a:ext cx="543284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Atención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35628" y="4771781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05168" y="3881360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63968" y="2902415"/>
              <a:ext cx="867978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Resolución de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71844" y="3110781"/>
              <a:ext cx="360102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14446" y="2110193"/>
              <a:ext cx="317500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296373" y="566021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296373" y="477271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296373" y="3885205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296373" y="299782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170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296373" y="21101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246909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454727" y="1714499"/>
              <a:ext cx="6234545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689272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789709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1223175" y="6452815"/>
              <a:ext cx="219272" cy="104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2794974" y="6452815"/>
              <a:ext cx="219272" cy="104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077466" y="6452815"/>
              <a:ext cx="219272" cy="104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5058969" y="6452815"/>
              <a:ext cx="219272" cy="104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6242655" y="6452815"/>
              <a:ext cx="219272" cy="104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1449812" y="6431034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21610" y="6456025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304103" y="6457079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85605" y="6454289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469292" y="6431034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0" y="6152029"/>
              <a:ext cx="9144000" cy="705970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275381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562316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992953"/>
              <a:ext cx="6234545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00510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36320"/>
              <a:ext cx="66944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124176" y="5436320"/>
              <a:ext cx="1118684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42860" y="5436320"/>
              <a:ext cx="1046448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89309" y="5436320"/>
              <a:ext cx="2342733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632043" y="5436320"/>
              <a:ext cx="1057229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820466"/>
              <a:ext cx="1139740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94468" y="4820466"/>
              <a:ext cx="78541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379885" y="4820466"/>
              <a:ext cx="159676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76652" y="4820466"/>
              <a:ext cx="2065158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041811" y="4820466"/>
              <a:ext cx="64746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4204613"/>
              <a:ext cx="300378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755106" y="4204613"/>
              <a:ext cx="506725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261831" y="4204613"/>
              <a:ext cx="159711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8949" y="4204613"/>
              <a:ext cx="195852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17477" y="4204613"/>
              <a:ext cx="1871795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3588760"/>
              <a:ext cx="726385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181112" y="3588760"/>
              <a:ext cx="525582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706695" y="3588760"/>
              <a:ext cx="1174725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881420" y="3588760"/>
              <a:ext cx="2420395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301815" y="3588760"/>
              <a:ext cx="1387456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2972907"/>
              <a:ext cx="72595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180683" y="2972907"/>
              <a:ext cx="780011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960695" y="2972907"/>
              <a:ext cx="1599182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559878" y="2972907"/>
              <a:ext cx="1699372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259251" y="2972907"/>
              <a:ext cx="143002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454727" y="2357053"/>
              <a:ext cx="25731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712043" y="2357053"/>
              <a:ext cx="69519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407240" y="2357053"/>
              <a:ext cx="880166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287407" y="2357053"/>
              <a:ext cx="317557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6462982" y="2357053"/>
              <a:ext cx="1226290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454727" y="1741200"/>
              <a:ext cx="468921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923648" y="1741200"/>
              <a:ext cx="72332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646974" y="1741200"/>
              <a:ext cx="1311390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958365" y="1741200"/>
              <a:ext cx="166388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5622249" y="1741200"/>
              <a:ext cx="206702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454727" y="1125347"/>
              <a:ext cx="24805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702786" y="1125347"/>
              <a:ext cx="56177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264562" y="1125347"/>
              <a:ext cx="1409229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73792" y="1125347"/>
              <a:ext cx="210687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780669" y="1125347"/>
              <a:ext cx="190860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1644805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538872" y="5598280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621439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16030" y="5598562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37%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016012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79951" y="4982427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42530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13%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033623" y="4982497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864585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220896" y="49828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904016" y="4366573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915744" y="436664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693567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608729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673274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339451" y="3750720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4941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94697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39%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850898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673059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426044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615641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264918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829616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1914996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02678" y="2519225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14%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730548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51%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931481" y="251908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584735" y="1904078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40665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158024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45661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511115" y="1903443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879221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824531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582585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34%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590325" y="1287590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500463" y="4367491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478932" y="2519225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474304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74212" y="5404325"/>
              <a:ext cx="557733" cy="118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Acceso y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47460" y="5608351"/>
              <a:ext cx="684485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orientación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35628" y="4835923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23760" y="5019733"/>
              <a:ext cx="508186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del local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95668" y="4244391"/>
              <a:ext cx="536277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 del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02614" y="4403024"/>
              <a:ext cx="529332" cy="1180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personal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96884" y="3627124"/>
              <a:ext cx="635062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Tiempo de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22420" y="3832452"/>
              <a:ext cx="409525" cy="96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espera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99128" y="3057544"/>
              <a:ext cx="832817" cy="956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Claridad de la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05168" y="3238501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476953" y="2463159"/>
              <a:ext cx="754992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Solución del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42475" y="2671526"/>
              <a:ext cx="289470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69884" y="1846574"/>
              <a:ext cx="762062" cy="121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Seguimiento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681530" y="2032617"/>
              <a:ext cx="550416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posterior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83774" y="1278234"/>
              <a:ext cx="748171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Satisfacción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80190" y="1439658"/>
              <a:ext cx="451755" cy="1190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general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296373" y="552088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240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296373" y="49282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157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8296373" y="433583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164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8296373" y="374349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230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296373" y="315103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210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8296373" y="2560800"/>
              <a:ext cx="448344" cy="91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227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8296373" y="196598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252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8296373" y="1373519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246909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7689272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789709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1368644" y="6309323"/>
              <a:ext cx="219272" cy="104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2940442" y="6309323"/>
              <a:ext cx="219272" cy="104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4222935" y="6309323"/>
              <a:ext cx="219272" cy="104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204437" y="6309323"/>
              <a:ext cx="219272" cy="104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6388124" y="6309323"/>
              <a:ext cx="219272" cy="104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1595280" y="6287543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167078" y="6312533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449571" y="6313588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431074" y="6310797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6614760" y="6287543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132" name="rc132"/>
            <p:cNvSpPr/>
            <p:nvPr/>
          </p:nvSpPr>
          <p:spPr>
            <a:xfrm>
              <a:off x="0" y="5865046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432990" y="5794577"/>
              <a:ext cx="219272" cy="1043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520411" y="5794577"/>
              <a:ext cx="219272" cy="1043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607831" y="5794577"/>
              <a:ext cx="219272" cy="10439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695252" y="5794577"/>
              <a:ext cx="219272" cy="10439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432990" y="5970639"/>
              <a:ext cx="219272" cy="10439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520411" y="5970639"/>
              <a:ext cx="219272" cy="10439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607831" y="5970639"/>
              <a:ext cx="219272" cy="10439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695252" y="5970639"/>
              <a:ext cx="219272" cy="104398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2659627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747047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834468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921888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659627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747047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834468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921888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465989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891548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51279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512794"/>
              <a:ext cx="6234545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58039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48631"/>
              <a:ext cx="527221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981948" y="5448631"/>
              <a:ext cx="604755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586703" y="5448631"/>
              <a:ext cx="166156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48269" y="5448631"/>
              <a:ext cx="1867842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116111" y="5448631"/>
              <a:ext cx="1573161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515098"/>
              <a:ext cx="1045548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00275" y="4515098"/>
              <a:ext cx="1113720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613996" y="4515098"/>
              <a:ext cx="1354742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68738" y="4515098"/>
              <a:ext cx="1238019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206758" y="4515098"/>
              <a:ext cx="1482514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3581565"/>
              <a:ext cx="705943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160670" y="3581565"/>
              <a:ext cx="1482703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643373" y="3581565"/>
              <a:ext cx="1595383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238757" y="3581565"/>
              <a:ext cx="1004340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243097" y="3581565"/>
              <a:ext cx="144617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2648032"/>
              <a:ext cx="1019729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474456" y="2648032"/>
              <a:ext cx="1021197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95653" y="2648032"/>
              <a:ext cx="1318419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814073" y="2648032"/>
              <a:ext cx="1204901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018975" y="2648032"/>
              <a:ext cx="1670297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1714500"/>
              <a:ext cx="1085860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40587" y="1714500"/>
              <a:ext cx="957549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98136" y="1714500"/>
              <a:ext cx="94019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438332" y="1714500"/>
              <a:ext cx="1937354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375686" y="1714500"/>
              <a:ext cx="131358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1613885" y="5747927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139680" y="57483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272840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037544" y="57482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58046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832855" y="4815312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912490" y="4814394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146721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443102" y="4814465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03369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63052" y="3881779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57376" y="3881003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29641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596281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82153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819946" y="2947399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840409" y="2948246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010217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271878" y="2947540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709478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53011" y="2013796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74716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823588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262363" y="2014078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887833" y="201393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88661" y="5656372"/>
              <a:ext cx="543284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Atención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35628" y="4771781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05168" y="3881360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63968" y="2902415"/>
              <a:ext cx="867978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Resolución de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71844" y="3110781"/>
              <a:ext cx="360102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14446" y="2110193"/>
              <a:ext cx="317500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296373" y="566021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296373" y="477271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296373" y="3885205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296373" y="299782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170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296373" y="21101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246909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454727" y="1714499"/>
              <a:ext cx="6234545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689272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789709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1653516" y="6452815"/>
              <a:ext cx="93272" cy="104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3078379" y="6452815"/>
              <a:ext cx="93272" cy="104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213935" y="6452815"/>
              <a:ext cx="93272" cy="104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5048501" y="6452815"/>
              <a:ext cx="93272" cy="104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6085251" y="6452815"/>
              <a:ext cx="93272" cy="104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1754153" y="6431034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179015" y="6456025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314571" y="6457079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149137" y="6454289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185887" y="6431034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0" y="6152029"/>
              <a:ext cx="9144000" cy="705970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275381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562316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992953"/>
              <a:ext cx="6234545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00510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36320"/>
              <a:ext cx="66944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124176" y="5436320"/>
              <a:ext cx="1118684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42860" y="5436320"/>
              <a:ext cx="1046448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89309" y="5436320"/>
              <a:ext cx="2342733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632043" y="5436320"/>
              <a:ext cx="1057229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820466"/>
              <a:ext cx="1139740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94468" y="4820466"/>
              <a:ext cx="78541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379885" y="4820466"/>
              <a:ext cx="159676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76652" y="4820466"/>
              <a:ext cx="2065158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041811" y="4820466"/>
              <a:ext cx="64746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4204613"/>
              <a:ext cx="300378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755106" y="4204613"/>
              <a:ext cx="506725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261831" y="4204613"/>
              <a:ext cx="159711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8949" y="4204613"/>
              <a:ext cx="195852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17477" y="4204613"/>
              <a:ext cx="1871795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3588760"/>
              <a:ext cx="726385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181112" y="3588760"/>
              <a:ext cx="525582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706695" y="3588760"/>
              <a:ext cx="1174725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881420" y="3588760"/>
              <a:ext cx="2420395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301815" y="3588760"/>
              <a:ext cx="1387456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2972907"/>
              <a:ext cx="72595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180683" y="2972907"/>
              <a:ext cx="780011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960695" y="2972907"/>
              <a:ext cx="1599182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559878" y="2972907"/>
              <a:ext cx="1699372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259251" y="2972907"/>
              <a:ext cx="143002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454727" y="2357053"/>
              <a:ext cx="25731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712043" y="2357053"/>
              <a:ext cx="69519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407240" y="2357053"/>
              <a:ext cx="880166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287407" y="2357053"/>
              <a:ext cx="317557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6462982" y="2357053"/>
              <a:ext cx="1226290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454727" y="1741200"/>
              <a:ext cx="468921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923648" y="1741200"/>
              <a:ext cx="72332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646974" y="1741200"/>
              <a:ext cx="1311390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958365" y="1741200"/>
              <a:ext cx="166388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5622249" y="1741200"/>
              <a:ext cx="206702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454727" y="1125347"/>
              <a:ext cx="24805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702786" y="1125347"/>
              <a:ext cx="56177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264562" y="1125347"/>
              <a:ext cx="1409229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73792" y="1125347"/>
              <a:ext cx="210687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780669" y="1125347"/>
              <a:ext cx="190860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1644805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538872" y="5598280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621439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16030" y="5598562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37%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016012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79951" y="4982427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42530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13%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033623" y="4982497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864585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220896" y="49828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904016" y="4366573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915744" y="436664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693567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608729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673274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339451" y="3750720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4941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94697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39%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850898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673059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426044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615641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264918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829616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1914996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02678" y="2519225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14%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730548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51%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931481" y="251908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584735" y="1904078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40665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158024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45661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511115" y="1903443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879221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824531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582585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34%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590325" y="1287590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500463" y="4367491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478932" y="2519225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474304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74212" y="5404325"/>
              <a:ext cx="557733" cy="118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Acceso y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47460" y="5608351"/>
              <a:ext cx="684485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orientación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35628" y="4835923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23760" y="5019733"/>
              <a:ext cx="508186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del local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95668" y="4244391"/>
              <a:ext cx="536277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 del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02614" y="4403024"/>
              <a:ext cx="529332" cy="1180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personal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96884" y="3627124"/>
              <a:ext cx="635062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Tiempo de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22420" y="3832452"/>
              <a:ext cx="409525" cy="96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espera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99128" y="3057544"/>
              <a:ext cx="832817" cy="956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Claridad de la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05168" y="3238501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476953" y="2463159"/>
              <a:ext cx="754992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Solución del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42475" y="2671526"/>
              <a:ext cx="289470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69884" y="1846574"/>
              <a:ext cx="762062" cy="121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Seguimiento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681530" y="2032617"/>
              <a:ext cx="550416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posterior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83774" y="1278234"/>
              <a:ext cx="748171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Satisfacción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80190" y="1439658"/>
              <a:ext cx="451755" cy="1190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general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296373" y="552088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240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296373" y="49282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157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8296373" y="433583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164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8296373" y="374349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230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296373" y="315103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210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8296373" y="2560800"/>
              <a:ext cx="448344" cy="91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227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8296373" y="196598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252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8296373" y="1373519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246909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7689272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789709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1725516" y="6309323"/>
              <a:ext cx="93272" cy="104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3150379" y="6309323"/>
              <a:ext cx="93272" cy="104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4285935" y="6309323"/>
              <a:ext cx="93272" cy="104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120501" y="6309323"/>
              <a:ext cx="93272" cy="104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6157251" y="6309323"/>
              <a:ext cx="93272" cy="104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1826153" y="6287543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251015" y="6312533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386571" y="6313588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221137" y="6310797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6257887" y="6287543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132" name="rc132"/>
            <p:cNvSpPr/>
            <p:nvPr/>
          </p:nvSpPr>
          <p:spPr>
            <a:xfrm>
              <a:off x="0" y="5865046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716395" y="5794577"/>
              <a:ext cx="93272" cy="1043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56879" y="5794577"/>
              <a:ext cx="93272" cy="1043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597363" y="5794577"/>
              <a:ext cx="93272" cy="10439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537847" y="5794577"/>
              <a:ext cx="93272" cy="10439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716395" y="5970639"/>
              <a:ext cx="93272" cy="10439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656879" y="5970639"/>
              <a:ext cx="93272" cy="10439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597363" y="5970639"/>
              <a:ext cx="93272" cy="10439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537847" y="5970639"/>
              <a:ext cx="93272" cy="104398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2817031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757515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698000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638484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817031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757515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698000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638484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465989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891548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51279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512794"/>
              <a:ext cx="6234545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58039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48631"/>
              <a:ext cx="527221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981948" y="5448631"/>
              <a:ext cx="604755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586703" y="5448631"/>
              <a:ext cx="166156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48269" y="5448631"/>
              <a:ext cx="1867842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116111" y="5448631"/>
              <a:ext cx="1573161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515098"/>
              <a:ext cx="1045548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00275" y="4515098"/>
              <a:ext cx="1113720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613996" y="4515098"/>
              <a:ext cx="1354742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68738" y="4515098"/>
              <a:ext cx="1238019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206758" y="4515098"/>
              <a:ext cx="1482514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3581565"/>
              <a:ext cx="705943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160670" y="3581565"/>
              <a:ext cx="1482703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643373" y="3581565"/>
              <a:ext cx="1595383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238757" y="3581565"/>
              <a:ext cx="1004340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243097" y="3581565"/>
              <a:ext cx="144617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2648032"/>
              <a:ext cx="1019729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474456" y="2648032"/>
              <a:ext cx="1021197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95653" y="2648032"/>
              <a:ext cx="1318419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814073" y="2648032"/>
              <a:ext cx="1204901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018975" y="2648032"/>
              <a:ext cx="1670297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1714500"/>
              <a:ext cx="1085860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40587" y="1714500"/>
              <a:ext cx="957549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98136" y="1714500"/>
              <a:ext cx="94019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438332" y="1714500"/>
              <a:ext cx="1937354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375686" y="1714500"/>
              <a:ext cx="131358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1613885" y="5747927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139680" y="57483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272840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037544" y="57482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58046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832855" y="4815312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912490" y="4814394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146721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443102" y="4814465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03369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63052" y="3881779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57376" y="3881003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29641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596281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82153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819946" y="2947399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840409" y="2948246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010217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271878" y="2947540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709478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53011" y="2013796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74716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823588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262363" y="2014078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887833" y="201393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88661" y="5656372"/>
              <a:ext cx="543284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Atención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35628" y="4771781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05168" y="3881360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63968" y="2902415"/>
              <a:ext cx="867978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Resolución de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71844" y="3110781"/>
              <a:ext cx="360102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14446" y="2110193"/>
              <a:ext cx="317500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296373" y="566021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296373" y="477271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296373" y="3885205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296373" y="299782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170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296373" y="21101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246909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454727" y="1714499"/>
              <a:ext cx="6234545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689272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789709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1843305" y="6389552"/>
              <a:ext cx="93272" cy="230924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3192252" y="6389552"/>
              <a:ext cx="93272" cy="230924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251892" y="6389552"/>
              <a:ext cx="93272" cy="230924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5010543" y="6389552"/>
              <a:ext cx="93272" cy="230924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5971378" y="6389552"/>
              <a:ext cx="93272" cy="230924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1943941" y="6367771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292888" y="6392762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352529" y="6393816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111179" y="6391026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072014" y="6367771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0" y="6152029"/>
              <a:ext cx="9144000" cy="705970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275381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562316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992953"/>
              <a:ext cx="6234545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00510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36320"/>
              <a:ext cx="66944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124176" y="5436320"/>
              <a:ext cx="1118684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42860" y="5436320"/>
              <a:ext cx="1046448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89309" y="5436320"/>
              <a:ext cx="2342733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632043" y="5436320"/>
              <a:ext cx="1057229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820466"/>
              <a:ext cx="1139740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94468" y="4820466"/>
              <a:ext cx="78541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379885" y="4820466"/>
              <a:ext cx="159676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76652" y="4820466"/>
              <a:ext cx="2065158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041811" y="4820466"/>
              <a:ext cx="64746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4204613"/>
              <a:ext cx="300378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755106" y="4204613"/>
              <a:ext cx="506725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261831" y="4204613"/>
              <a:ext cx="159711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8949" y="4204613"/>
              <a:ext cx="195852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17477" y="4204613"/>
              <a:ext cx="1871795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3588760"/>
              <a:ext cx="726385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181112" y="3588760"/>
              <a:ext cx="525582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706695" y="3588760"/>
              <a:ext cx="1174725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881420" y="3588760"/>
              <a:ext cx="2420395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301815" y="3588760"/>
              <a:ext cx="1387456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2972907"/>
              <a:ext cx="72595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180683" y="2972907"/>
              <a:ext cx="780011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960695" y="2972907"/>
              <a:ext cx="1599182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559878" y="2972907"/>
              <a:ext cx="1699372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259251" y="2972907"/>
              <a:ext cx="143002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454727" y="2357053"/>
              <a:ext cx="25731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712043" y="2357053"/>
              <a:ext cx="69519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407240" y="2357053"/>
              <a:ext cx="880166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287407" y="2357053"/>
              <a:ext cx="317557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6462982" y="2357053"/>
              <a:ext cx="1226290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454727" y="1741200"/>
              <a:ext cx="468921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923648" y="1741200"/>
              <a:ext cx="72332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646974" y="1741200"/>
              <a:ext cx="1311390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958365" y="1741200"/>
              <a:ext cx="166388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5622249" y="1741200"/>
              <a:ext cx="206702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454727" y="1125347"/>
              <a:ext cx="24805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702786" y="1125347"/>
              <a:ext cx="56177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264562" y="1125347"/>
              <a:ext cx="1409229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73792" y="1125347"/>
              <a:ext cx="210687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780669" y="1125347"/>
              <a:ext cx="190860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1644805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538872" y="5598280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621439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16030" y="5598562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37%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016012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79951" y="4982427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42530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13%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033623" y="4982497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864585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220896" y="49828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904016" y="4366573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915744" y="436664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693567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608729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673274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339451" y="3750720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4941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94697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39%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850898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673059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426044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615641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264918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829616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1914996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02678" y="2519225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14%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730548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51%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931481" y="251908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584735" y="1904078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40665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158024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45661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511115" y="1903443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879221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824531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582585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34%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590325" y="1287590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500463" y="4367491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478932" y="2519225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474304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74212" y="5404325"/>
              <a:ext cx="557733" cy="118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Acceso y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47460" y="5608351"/>
              <a:ext cx="684485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orientación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35628" y="4835923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23760" y="5019733"/>
              <a:ext cx="508186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del local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95668" y="4244391"/>
              <a:ext cx="536277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 del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02614" y="4403024"/>
              <a:ext cx="529332" cy="1180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personal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96884" y="3627124"/>
              <a:ext cx="635062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Tiempo de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22420" y="3832452"/>
              <a:ext cx="409525" cy="96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espera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99128" y="3057544"/>
              <a:ext cx="832817" cy="956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Claridad de la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05168" y="3238501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476953" y="2463159"/>
              <a:ext cx="754992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Solución del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42475" y="2671526"/>
              <a:ext cx="289470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69884" y="1846574"/>
              <a:ext cx="762062" cy="121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Seguimiento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681530" y="2032617"/>
              <a:ext cx="550416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posterior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83774" y="1278234"/>
              <a:ext cx="748171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Satisfacción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80190" y="1439658"/>
              <a:ext cx="451755" cy="1190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general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296373" y="552088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240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296373" y="49282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157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8296373" y="433583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164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8296373" y="374349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230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296373" y="315103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210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8296373" y="2560800"/>
              <a:ext cx="448344" cy="91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227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8296373" y="196598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252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8296373" y="1373519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246909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7689272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789709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1915305" y="6246061"/>
              <a:ext cx="93272" cy="230924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3264252" y="6246061"/>
              <a:ext cx="93272" cy="230924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4323892" y="6246061"/>
              <a:ext cx="93272" cy="230924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082543" y="6246061"/>
              <a:ext cx="93272" cy="230924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6043378" y="6246061"/>
              <a:ext cx="93272" cy="230924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2015941" y="6224280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364888" y="6249271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424529" y="6250325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183179" y="6247534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6144014" y="6224280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132" name="rc132"/>
            <p:cNvSpPr/>
            <p:nvPr/>
          </p:nvSpPr>
          <p:spPr>
            <a:xfrm>
              <a:off x="0" y="5865046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868226" y="5668051"/>
              <a:ext cx="93272" cy="23092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732794" y="5668051"/>
              <a:ext cx="93272" cy="23092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597363" y="5668051"/>
              <a:ext cx="93272" cy="23092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461932" y="5668051"/>
              <a:ext cx="93272" cy="23092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868226" y="5970639"/>
              <a:ext cx="93272" cy="23092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732794" y="5970639"/>
              <a:ext cx="93272" cy="23092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597363" y="5970639"/>
              <a:ext cx="93272" cy="230924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461932" y="5970639"/>
              <a:ext cx="93272" cy="230924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2968862" y="5644100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833431" y="5644100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698000" y="5644100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562568" y="5644100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68862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833431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698000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562568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465989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891548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51279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512794"/>
              <a:ext cx="6234545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58039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48631"/>
              <a:ext cx="527221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981948" y="5448631"/>
              <a:ext cx="604755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586703" y="5448631"/>
              <a:ext cx="166156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48269" y="5448631"/>
              <a:ext cx="1867842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116111" y="5448631"/>
              <a:ext cx="1573161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515098"/>
              <a:ext cx="1045548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00275" y="4515098"/>
              <a:ext cx="1113720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613996" y="4515098"/>
              <a:ext cx="1354742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68738" y="4515098"/>
              <a:ext cx="1238019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206758" y="4515098"/>
              <a:ext cx="1482514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3581565"/>
              <a:ext cx="705943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160670" y="3581565"/>
              <a:ext cx="1482703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643373" y="3581565"/>
              <a:ext cx="1595383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238757" y="3581565"/>
              <a:ext cx="1004340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243097" y="3581565"/>
              <a:ext cx="144617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2648032"/>
              <a:ext cx="1019729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474456" y="2648032"/>
              <a:ext cx="1021197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95653" y="2648032"/>
              <a:ext cx="1318419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814073" y="2648032"/>
              <a:ext cx="1204901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018975" y="2648032"/>
              <a:ext cx="1670297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1714500"/>
              <a:ext cx="1085860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40587" y="1714500"/>
              <a:ext cx="957549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98136" y="1714500"/>
              <a:ext cx="94019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438332" y="1714500"/>
              <a:ext cx="1937354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375686" y="1714500"/>
              <a:ext cx="131358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1613885" y="5747927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139680" y="57483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272840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037544" y="57482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58046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832855" y="4815312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912490" y="4814394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146721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443102" y="4814465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03369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63052" y="3881779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57376" y="3881003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29641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596281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82153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819946" y="2947399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840409" y="2948246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010217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271878" y="2947540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709478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53011" y="2013796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74716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823588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262363" y="2014078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887833" y="201393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88661" y="5656372"/>
              <a:ext cx="543284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Atención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35628" y="4771781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05168" y="3881360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63968" y="2902415"/>
              <a:ext cx="867978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Resolución de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71844" y="3110781"/>
              <a:ext cx="360102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14446" y="2110193"/>
              <a:ext cx="317500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296373" y="566021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296373" y="477271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296373" y="3885205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296373" y="299782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170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296373" y="21101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246909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454727" y="1714499"/>
              <a:ext cx="6234545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689272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789709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2196144" y="6389552"/>
              <a:ext cx="93272" cy="230924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3403955" y="6389552"/>
              <a:ext cx="93272" cy="230924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322460" y="6389552"/>
              <a:ext cx="93272" cy="230924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939975" y="6389552"/>
              <a:ext cx="93272" cy="230924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5759674" y="6389552"/>
              <a:ext cx="93272" cy="230924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2296781" y="6367771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504592" y="6392762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423097" y="6393816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40612" y="6391026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5860311" y="6367771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0" y="6152029"/>
              <a:ext cx="9144000" cy="705970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275381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562316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992953"/>
              <a:ext cx="6234545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00510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36320"/>
              <a:ext cx="66944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124176" y="5436320"/>
              <a:ext cx="1118684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42860" y="5436320"/>
              <a:ext cx="1046448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89309" y="5436320"/>
              <a:ext cx="2342733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632043" y="5436320"/>
              <a:ext cx="1057229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820466"/>
              <a:ext cx="1139740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94468" y="4820466"/>
              <a:ext cx="78541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379885" y="4820466"/>
              <a:ext cx="159676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76652" y="4820466"/>
              <a:ext cx="2065158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041811" y="4820466"/>
              <a:ext cx="64746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4204613"/>
              <a:ext cx="300378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755106" y="4204613"/>
              <a:ext cx="506725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261831" y="4204613"/>
              <a:ext cx="159711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8949" y="4204613"/>
              <a:ext cx="195852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17477" y="4204613"/>
              <a:ext cx="1871795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3588760"/>
              <a:ext cx="726385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181112" y="3588760"/>
              <a:ext cx="525582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706695" y="3588760"/>
              <a:ext cx="1174725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881420" y="3588760"/>
              <a:ext cx="2420395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301815" y="3588760"/>
              <a:ext cx="1387456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2972907"/>
              <a:ext cx="72595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180683" y="2972907"/>
              <a:ext cx="780011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960695" y="2972907"/>
              <a:ext cx="1599182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559878" y="2972907"/>
              <a:ext cx="1699372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259251" y="2972907"/>
              <a:ext cx="143002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454727" y="2357053"/>
              <a:ext cx="25731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712043" y="2357053"/>
              <a:ext cx="69519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407240" y="2357053"/>
              <a:ext cx="880166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287407" y="2357053"/>
              <a:ext cx="317557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6462982" y="2357053"/>
              <a:ext cx="1226290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454727" y="1741200"/>
              <a:ext cx="468921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923648" y="1741200"/>
              <a:ext cx="72332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646974" y="1741200"/>
              <a:ext cx="1311390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958365" y="1741200"/>
              <a:ext cx="166388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5622249" y="1741200"/>
              <a:ext cx="206702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454727" y="1125347"/>
              <a:ext cx="24805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702786" y="1125347"/>
              <a:ext cx="56177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264562" y="1125347"/>
              <a:ext cx="1409229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73792" y="1125347"/>
              <a:ext cx="210687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780669" y="1125347"/>
              <a:ext cx="190860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1644805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538872" y="5598280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621439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16030" y="5598562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37%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016012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79951" y="4982427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42530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13%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033623" y="4982497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864585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220896" y="49828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904016" y="4366573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915744" y="436664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693567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608729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673274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339451" y="3750720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4941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94697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39%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850898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673059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426044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615641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264918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829616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1914996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02678" y="2519225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14%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730548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51%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931481" y="251908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584735" y="1904078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40665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158024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45661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511115" y="1903443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879221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824531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582585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34%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590325" y="1287590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500463" y="4367491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478932" y="2519225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474304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74212" y="5404325"/>
              <a:ext cx="557733" cy="118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Acceso y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47460" y="5608351"/>
              <a:ext cx="684485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orientación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35628" y="4835923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23760" y="5019733"/>
              <a:ext cx="508186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del local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95668" y="4244391"/>
              <a:ext cx="536277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 del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02614" y="4403024"/>
              <a:ext cx="529332" cy="1180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personal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96884" y="3627124"/>
              <a:ext cx="635062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Tiempo de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22420" y="3832452"/>
              <a:ext cx="409525" cy="96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espera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99128" y="3057544"/>
              <a:ext cx="832817" cy="956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Claridad de la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05168" y="3238501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476953" y="2463159"/>
              <a:ext cx="754992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Solución del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42475" y="2671526"/>
              <a:ext cx="289470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69884" y="1846574"/>
              <a:ext cx="762062" cy="121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Seguimiento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681530" y="2032617"/>
              <a:ext cx="550416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posterior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83774" y="1278234"/>
              <a:ext cx="748171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Satisfacción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80190" y="1439658"/>
              <a:ext cx="451755" cy="1190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general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296373" y="552088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240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296373" y="49282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157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8296373" y="433583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164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8296373" y="374349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230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296373" y="315103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210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8296373" y="2560800"/>
              <a:ext cx="448344" cy="91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227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8296373" y="196598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252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8296373" y="1373519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246909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7689272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789709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2286144" y="6246061"/>
              <a:ext cx="93272" cy="230924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3493955" y="6246061"/>
              <a:ext cx="93272" cy="230924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4412460" y="6246061"/>
              <a:ext cx="93272" cy="230924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029975" y="6246061"/>
              <a:ext cx="93272" cy="230924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5849674" y="6246061"/>
              <a:ext cx="93272" cy="230924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2386781" y="6224280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594592" y="6249271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513097" y="6250325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130612" y="6247534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950311" y="6224280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132" name="rc132"/>
            <p:cNvSpPr/>
            <p:nvPr/>
          </p:nvSpPr>
          <p:spPr>
            <a:xfrm>
              <a:off x="0" y="5865046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168497" y="5668051"/>
              <a:ext cx="93272" cy="23092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891930" y="5668051"/>
              <a:ext cx="93272" cy="23092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615363" y="5668051"/>
              <a:ext cx="93272" cy="23092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338796" y="5668051"/>
              <a:ext cx="93272" cy="23092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168497" y="5970639"/>
              <a:ext cx="93272" cy="23092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891930" y="5970639"/>
              <a:ext cx="93272" cy="23092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615363" y="5970639"/>
              <a:ext cx="93272" cy="230924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338796" y="5970639"/>
              <a:ext cx="93272" cy="230924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3269134" y="5644100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992567" y="5644100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716000" y="5644100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439432" y="5644100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269134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992567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716000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439432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465989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891548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51279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512794"/>
              <a:ext cx="6234545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58039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48631"/>
              <a:ext cx="527221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981948" y="5448631"/>
              <a:ext cx="604755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586703" y="5448631"/>
              <a:ext cx="166156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48269" y="5448631"/>
              <a:ext cx="1867842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116111" y="5448631"/>
              <a:ext cx="1573161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515098"/>
              <a:ext cx="1045548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00275" y="4515098"/>
              <a:ext cx="1113720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613996" y="4515098"/>
              <a:ext cx="1354742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68738" y="4515098"/>
              <a:ext cx="1238019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206758" y="4515098"/>
              <a:ext cx="1482514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3581565"/>
              <a:ext cx="705943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160670" y="3581565"/>
              <a:ext cx="1482703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643373" y="3581565"/>
              <a:ext cx="1595383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238757" y="3581565"/>
              <a:ext cx="1004340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243097" y="3581565"/>
              <a:ext cx="144617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2648032"/>
              <a:ext cx="1019729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474456" y="2648032"/>
              <a:ext cx="1021197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95653" y="2648032"/>
              <a:ext cx="1318419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814073" y="2648032"/>
              <a:ext cx="1204901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018975" y="2648032"/>
              <a:ext cx="1670297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1714500"/>
              <a:ext cx="1085860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40587" y="1714500"/>
              <a:ext cx="957549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98136" y="1714500"/>
              <a:ext cx="94019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438332" y="1714500"/>
              <a:ext cx="1937354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375686" y="1714500"/>
              <a:ext cx="131358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1613885" y="5747927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139680" y="57483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272840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037544" y="57482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58046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832855" y="4815312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912490" y="4814394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146721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443102" y="4814465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03369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63052" y="3881779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57376" y="3881003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29641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596281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82153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819946" y="2947399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840409" y="2948246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010217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271878" y="2947540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709478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53011" y="2013796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74716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823588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262363" y="2014078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887833" y="201393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88661" y="5656372"/>
              <a:ext cx="543284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Atención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35628" y="4771781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05168" y="3881360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63968" y="2902415"/>
              <a:ext cx="867978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Resolución de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71844" y="3110781"/>
              <a:ext cx="360102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14446" y="2110193"/>
              <a:ext cx="317500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296373" y="566021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296373" y="477271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296373" y="3885205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296373" y="299782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170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296373" y="21101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246909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454727" y="1714499"/>
              <a:ext cx="6234545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689272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789709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1653516" y="6452815"/>
              <a:ext cx="93272" cy="104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3078379" y="6452815"/>
              <a:ext cx="93272" cy="104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213935" y="6452815"/>
              <a:ext cx="93272" cy="104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5048501" y="6452815"/>
              <a:ext cx="93272" cy="104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6085251" y="6452815"/>
              <a:ext cx="93272" cy="104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1754153" y="6431034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179015" y="6456025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314571" y="6457079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149137" y="6454289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185887" y="6431034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0" y="6152029"/>
              <a:ext cx="9144000" cy="705970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275381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562316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992953"/>
              <a:ext cx="6234545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00510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36320"/>
              <a:ext cx="66944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124176" y="5436320"/>
              <a:ext cx="1118684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42860" y="5436320"/>
              <a:ext cx="1046448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89309" y="5436320"/>
              <a:ext cx="2342733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632043" y="5436320"/>
              <a:ext cx="1057229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820466"/>
              <a:ext cx="1139740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94468" y="4820466"/>
              <a:ext cx="78541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379885" y="4820466"/>
              <a:ext cx="159676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76652" y="4820466"/>
              <a:ext cx="2065158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041811" y="4820466"/>
              <a:ext cx="64746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4204613"/>
              <a:ext cx="300378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755106" y="4204613"/>
              <a:ext cx="506725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261831" y="4204613"/>
              <a:ext cx="159711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8949" y="4204613"/>
              <a:ext cx="195852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17477" y="4204613"/>
              <a:ext cx="1871795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3588760"/>
              <a:ext cx="726385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181112" y="3588760"/>
              <a:ext cx="525582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706695" y="3588760"/>
              <a:ext cx="1174725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881420" y="3588760"/>
              <a:ext cx="2420395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301815" y="3588760"/>
              <a:ext cx="1387456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2972907"/>
              <a:ext cx="72595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180683" y="2972907"/>
              <a:ext cx="780011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960695" y="2972907"/>
              <a:ext cx="1599182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559878" y="2972907"/>
              <a:ext cx="1699372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259251" y="2972907"/>
              <a:ext cx="143002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454727" y="2357053"/>
              <a:ext cx="25731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712043" y="2357053"/>
              <a:ext cx="69519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407240" y="2357053"/>
              <a:ext cx="880166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287407" y="2357053"/>
              <a:ext cx="317557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6462982" y="2357053"/>
              <a:ext cx="1226290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454727" y="1741200"/>
              <a:ext cx="468921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923648" y="1741200"/>
              <a:ext cx="72332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646974" y="1741200"/>
              <a:ext cx="1311390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958365" y="1741200"/>
              <a:ext cx="166388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5622249" y="1741200"/>
              <a:ext cx="206702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454727" y="1125347"/>
              <a:ext cx="24805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702786" y="1125347"/>
              <a:ext cx="56177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264562" y="1125347"/>
              <a:ext cx="1409229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73792" y="1125347"/>
              <a:ext cx="210687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780669" y="1125347"/>
              <a:ext cx="190860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1644805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538872" y="5598280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621439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16030" y="5598562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37%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016012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79951" y="4982427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42530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13%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033623" y="4982497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864585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220896" y="49828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904016" y="4366573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915744" y="436664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693567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608729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673274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339451" y="3750720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4941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94697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39%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850898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673059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426044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615641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264918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829616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1914996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02678" y="2519225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14%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730548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51%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931481" y="251908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584735" y="1904078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40665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158024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45661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511115" y="1903443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879221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824531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582585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34%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590325" y="1287590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500463" y="4367491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478932" y="2519225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474304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74212" y="5404325"/>
              <a:ext cx="557733" cy="118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Acceso y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47460" y="5608351"/>
              <a:ext cx="684485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orientación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35628" y="4835923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23760" y="5019733"/>
              <a:ext cx="508186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del local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95668" y="4244391"/>
              <a:ext cx="536277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 del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02614" y="4403024"/>
              <a:ext cx="529332" cy="1180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personal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96884" y="3627124"/>
              <a:ext cx="635062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Tiempo de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22420" y="3832452"/>
              <a:ext cx="409525" cy="96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espera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99128" y="3057544"/>
              <a:ext cx="832817" cy="956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Claridad de la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05168" y="3238501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476953" y="2463159"/>
              <a:ext cx="754992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Solución del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42475" y="2671526"/>
              <a:ext cx="289470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69884" y="1846574"/>
              <a:ext cx="762062" cy="121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Seguimiento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681530" y="2032617"/>
              <a:ext cx="550416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posterior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83774" y="1278234"/>
              <a:ext cx="748171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Satisfacción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80190" y="1439658"/>
              <a:ext cx="451755" cy="1190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general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296373" y="552088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240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296373" y="49282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157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8296373" y="433583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164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8296373" y="374349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230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296373" y="315103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210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8296373" y="2560800"/>
              <a:ext cx="448344" cy="91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227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8296373" y="196598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252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8296373" y="1373519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246909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7689272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789709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1725516" y="6309323"/>
              <a:ext cx="93272" cy="104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3150379" y="6309323"/>
              <a:ext cx="93272" cy="104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4285935" y="6309323"/>
              <a:ext cx="93272" cy="104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120501" y="6309323"/>
              <a:ext cx="93272" cy="104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6157251" y="6309323"/>
              <a:ext cx="93272" cy="104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1826153" y="6287543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251015" y="6312533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386571" y="6313588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221137" y="6310797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6257887" y="6287543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132" name="rc132"/>
            <p:cNvSpPr/>
            <p:nvPr/>
          </p:nvSpPr>
          <p:spPr>
            <a:xfrm>
              <a:off x="0" y="5865046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716395" y="5794577"/>
              <a:ext cx="93272" cy="1043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56879" y="5794577"/>
              <a:ext cx="93272" cy="1043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597363" y="5794577"/>
              <a:ext cx="93272" cy="10439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537847" y="5794577"/>
              <a:ext cx="93272" cy="10439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716395" y="5970639"/>
              <a:ext cx="93272" cy="10439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656879" y="5970639"/>
              <a:ext cx="93272" cy="10439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597363" y="5970639"/>
              <a:ext cx="93272" cy="10439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537847" y="5970639"/>
              <a:ext cx="93272" cy="104398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2817031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757515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698000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638484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817031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757515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698000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638484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217436" y="5794577"/>
              <a:ext cx="93272" cy="1043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907400" y="5794577"/>
              <a:ext cx="93272" cy="1043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597363" y="5794577"/>
              <a:ext cx="93272" cy="10439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287327" y="5794577"/>
              <a:ext cx="93272" cy="10439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217436" y="5970639"/>
              <a:ext cx="93272" cy="10439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907400" y="5970639"/>
              <a:ext cx="93272" cy="10439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597363" y="5970639"/>
              <a:ext cx="93272" cy="10439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287327" y="5970639"/>
              <a:ext cx="93272" cy="104398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3318072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008036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697999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387963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318072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008036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697999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387963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171887" y="5794577"/>
              <a:ext cx="93272" cy="1043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884625" y="5794577"/>
              <a:ext cx="93272" cy="1043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597363" y="5794577"/>
              <a:ext cx="93272" cy="10439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310101" y="5794577"/>
              <a:ext cx="93272" cy="10439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171887" y="5970639"/>
              <a:ext cx="93272" cy="10439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884625" y="5970639"/>
              <a:ext cx="93272" cy="10439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597363" y="5970639"/>
              <a:ext cx="93272" cy="10439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310101" y="5970639"/>
              <a:ext cx="93272" cy="104398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3272523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985261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697999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410738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272523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985261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697999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410738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716395" y="5794577"/>
              <a:ext cx="93272" cy="1043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56879" y="5794577"/>
              <a:ext cx="93272" cy="1043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597363" y="5794577"/>
              <a:ext cx="93272" cy="10439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537847" y="5794577"/>
              <a:ext cx="93272" cy="10439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716395" y="5970639"/>
              <a:ext cx="93272" cy="10439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656879" y="5970639"/>
              <a:ext cx="93272" cy="10439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597363" y="5970639"/>
              <a:ext cx="93272" cy="10439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537847" y="5970639"/>
              <a:ext cx="93272" cy="104398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2817031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757515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698000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638484" y="5770626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817031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757515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698000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638484" y="594668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644395" y="5769703"/>
              <a:ext cx="129272" cy="1292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20879" y="5769703"/>
              <a:ext cx="129272" cy="12927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597363" y="5769703"/>
              <a:ext cx="129272" cy="12927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573847" y="5769703"/>
              <a:ext cx="129272" cy="12927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644395" y="5970639"/>
              <a:ext cx="129272" cy="12927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620879" y="5970639"/>
              <a:ext cx="129272" cy="12927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597363" y="5970639"/>
              <a:ext cx="129272" cy="129272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573847" y="5970639"/>
              <a:ext cx="129272" cy="129272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2781031" y="5758189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757515" y="5758189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734000" y="5758189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710484" y="5758189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781031" y="5959125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757515" y="5959125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734000" y="5959125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710484" y="5959125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465989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891548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51279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512794"/>
              <a:ext cx="6234545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512794"/>
              <a:ext cx="1246909" cy="201705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58039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714500"/>
              <a:ext cx="6234545" cy="443752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48631"/>
              <a:ext cx="527221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981948" y="5448631"/>
              <a:ext cx="604755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586703" y="5448631"/>
              <a:ext cx="166156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48269" y="5448631"/>
              <a:ext cx="1867842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116111" y="5448631"/>
              <a:ext cx="1573161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515098"/>
              <a:ext cx="1045548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00275" y="4515098"/>
              <a:ext cx="1113720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613996" y="4515098"/>
              <a:ext cx="1354742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68738" y="4515098"/>
              <a:ext cx="1238019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206758" y="4515098"/>
              <a:ext cx="1482514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3581565"/>
              <a:ext cx="705943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160670" y="3581565"/>
              <a:ext cx="1482703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643373" y="3581565"/>
              <a:ext cx="1595383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238757" y="3581565"/>
              <a:ext cx="1004340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243097" y="3581565"/>
              <a:ext cx="144617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2648032"/>
              <a:ext cx="1019729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474456" y="2648032"/>
              <a:ext cx="1021197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95653" y="2648032"/>
              <a:ext cx="1318419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814073" y="2648032"/>
              <a:ext cx="1204901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018975" y="2648032"/>
              <a:ext cx="1670297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1714500"/>
              <a:ext cx="1085860" cy="703398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40587" y="1714500"/>
              <a:ext cx="957549" cy="703398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98136" y="1714500"/>
              <a:ext cx="940195" cy="703398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438332" y="1714500"/>
              <a:ext cx="1937354" cy="703398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375686" y="1714500"/>
              <a:ext cx="1313585" cy="703398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1613885" y="5747927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139680" y="57483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272840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037544" y="57482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58046" y="574806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832855" y="4815312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912490" y="4814394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146721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443102" y="4814465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03369" y="4814535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63052" y="3881779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57376" y="3881003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29641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596281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821539" y="3880932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819946" y="2947399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840409" y="2948246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010217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271878" y="2947540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709478" y="2947470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53011" y="2013796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74716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823588" y="201471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262363" y="2014078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887833" y="201393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88661" y="5656372"/>
              <a:ext cx="543284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Atención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35628" y="4771781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05168" y="3881360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63968" y="2902415"/>
              <a:ext cx="867978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Resolución de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71844" y="3110781"/>
              <a:ext cx="360102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14446" y="2110193"/>
              <a:ext cx="317500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296373" y="566021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296373" y="477271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296373" y="3885205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296373" y="299782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170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296373" y="21101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180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246909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454727" y="1714499"/>
              <a:ext cx="6234545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689272" y="1714499"/>
              <a:ext cx="207818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7897090" y="1714499"/>
              <a:ext cx="1246909" cy="4437529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1545516" y="6440378"/>
              <a:ext cx="129272" cy="129272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3006379" y="6440378"/>
              <a:ext cx="129272" cy="129272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177935" y="6440378"/>
              <a:ext cx="129272" cy="129272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5048501" y="6440378"/>
              <a:ext cx="129272" cy="129272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6121251" y="6440378"/>
              <a:ext cx="129272" cy="129272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1682153" y="6431034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143015" y="6456025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314571" y="6457079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185137" y="6454289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257887" y="6431034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0" y="6152029"/>
              <a:ext cx="9144000" cy="705970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69219" y="275381"/>
              <a:ext cx="4005560" cy="143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562316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992953"/>
              <a:ext cx="6234545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992953"/>
              <a:ext cx="1246909" cy="13239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1005107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5436320"/>
              <a:ext cx="66944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124176" y="5436320"/>
              <a:ext cx="1118684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42860" y="5436320"/>
              <a:ext cx="1046448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89309" y="5436320"/>
              <a:ext cx="2342733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632043" y="5436320"/>
              <a:ext cx="1057229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54727" y="4820466"/>
              <a:ext cx="1139740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594468" y="4820466"/>
              <a:ext cx="78541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379885" y="4820466"/>
              <a:ext cx="159676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76652" y="4820466"/>
              <a:ext cx="2065158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041811" y="4820466"/>
              <a:ext cx="64746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4727" y="4204613"/>
              <a:ext cx="300378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755106" y="4204613"/>
              <a:ext cx="506725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261831" y="4204613"/>
              <a:ext cx="1597117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8949" y="4204613"/>
              <a:ext cx="195852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17477" y="4204613"/>
              <a:ext cx="1871795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454727" y="3588760"/>
              <a:ext cx="726385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181112" y="3588760"/>
              <a:ext cx="525582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706695" y="3588760"/>
              <a:ext cx="1174725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881420" y="3588760"/>
              <a:ext cx="2420395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301815" y="3588760"/>
              <a:ext cx="1387456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454727" y="2972907"/>
              <a:ext cx="72595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180683" y="2972907"/>
              <a:ext cx="780011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960695" y="2972907"/>
              <a:ext cx="1599182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559878" y="2972907"/>
              <a:ext cx="1699372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259251" y="2972907"/>
              <a:ext cx="1430021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454727" y="2357053"/>
              <a:ext cx="257316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712043" y="2357053"/>
              <a:ext cx="695197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407240" y="2357053"/>
              <a:ext cx="880166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287407" y="2357053"/>
              <a:ext cx="317557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6462982" y="2357053"/>
              <a:ext cx="1226290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454727" y="1741200"/>
              <a:ext cx="468921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923648" y="1741200"/>
              <a:ext cx="72332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646974" y="1741200"/>
              <a:ext cx="1311390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958365" y="1741200"/>
              <a:ext cx="1663884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5622249" y="1741200"/>
              <a:ext cx="206702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454727" y="1125347"/>
              <a:ext cx="248059" cy="428726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702786" y="1125347"/>
              <a:ext cx="561776" cy="428726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264562" y="1125347"/>
              <a:ext cx="1409229" cy="428726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73792" y="1125347"/>
              <a:ext cx="2106877" cy="428726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780669" y="1125347"/>
              <a:ext cx="1908602" cy="428726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1644805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538872" y="5598280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621439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16030" y="5598562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37%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016012" y="5599197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79951" y="4982427"/>
              <a:ext cx="289291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42530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13%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033623" y="4982497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864585" y="4982709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220896" y="498285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904016" y="4366573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915744" y="436664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693567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608729" y="4366856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673274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339451" y="3750720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4941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946972" y="3750932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39%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850898" y="3750861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673059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426044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615641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26%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264918" y="313500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829616" y="3134938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1914996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02678" y="2519225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14%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730548" y="2519931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51%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931481" y="2519084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584735" y="1904078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40665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158024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45661" y="1903302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511115" y="1903443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33%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879221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824531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582585" y="1287448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34%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590325" y="1287590"/>
              <a:ext cx="289291" cy="103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31%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500463" y="4367491"/>
              <a:ext cx="208905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478932" y="2519225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474304" y="1287519"/>
              <a:ext cx="208905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74212" y="5404325"/>
              <a:ext cx="557733" cy="118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Acceso y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47460" y="5608351"/>
              <a:ext cx="684485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orientación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35628" y="4835923"/>
              <a:ext cx="896317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Infraestructura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23760" y="5019733"/>
              <a:ext cx="508186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del local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95668" y="4244391"/>
              <a:ext cx="536277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Trato del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02614" y="4403024"/>
              <a:ext cx="529332" cy="1180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personal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96884" y="3627124"/>
              <a:ext cx="635062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Tiempo de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22420" y="3832452"/>
              <a:ext cx="409525" cy="96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espera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99128" y="3057544"/>
              <a:ext cx="832817" cy="956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Claridad de la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05168" y="3238501"/>
              <a:ext cx="726777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información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476953" y="2463159"/>
              <a:ext cx="754992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Solución del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42475" y="2671526"/>
              <a:ext cx="289470" cy="72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caso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69884" y="1846574"/>
              <a:ext cx="762062" cy="121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Seguimiento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681530" y="2032617"/>
              <a:ext cx="550416" cy="1185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posterior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83774" y="1278234"/>
              <a:ext cx="748171" cy="976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Satisfacción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80190" y="1439658"/>
              <a:ext cx="451755" cy="1190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general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296373" y="552088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240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296373" y="4928293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157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8296373" y="433583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164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8296373" y="3743493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230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296373" y="3151030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210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8296373" y="2560800"/>
              <a:ext cx="448344" cy="91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227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8296373" y="1965981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252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8296373" y="1373519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150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246909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454727" y="1125347"/>
              <a:ext cx="6234545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7689272" y="1125347"/>
              <a:ext cx="207818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7897090" y="1125347"/>
              <a:ext cx="1246909" cy="473969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1635516" y="6296886"/>
              <a:ext cx="129272" cy="129272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3096379" y="6296886"/>
              <a:ext cx="129272" cy="129272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4267935" y="6296886"/>
              <a:ext cx="129272" cy="129272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138501" y="6296886"/>
              <a:ext cx="129272" cy="129272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6211251" y="6296886"/>
              <a:ext cx="129272" cy="129272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1772153" y="6287543"/>
              <a:ext cx="1030324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insatisfecho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233015" y="6312533"/>
              <a:ext cx="741040" cy="94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Insatisfecho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404571" y="6313588"/>
              <a:ext cx="43755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275137" y="6310797"/>
              <a:ext cx="642255" cy="9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Satisfecho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6347887" y="6287543"/>
              <a:ext cx="917463" cy="1196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Muy satisfecho</a:t>
              </a:r>
            </a:p>
          </p:txBody>
        </p:sp>
        <p:sp>
          <p:nvSpPr>
            <p:cNvPr id="132" name="rc132"/>
            <p:cNvSpPr/>
            <p:nvPr/>
          </p:nvSpPr>
          <p:spPr>
            <a:xfrm>
              <a:off x="0" y="5865046"/>
              <a:ext cx="9144000" cy="992953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644395" y="5769703"/>
              <a:ext cx="129272" cy="1292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20879" y="5769703"/>
              <a:ext cx="129272" cy="12927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597363" y="5769703"/>
              <a:ext cx="129272" cy="12927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573847" y="5769703"/>
              <a:ext cx="129272" cy="12927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644395" y="5970639"/>
              <a:ext cx="129272" cy="12927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620879" y="5970639"/>
              <a:ext cx="129272" cy="12927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597363" y="5970639"/>
              <a:ext cx="129272" cy="129272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573847" y="5970639"/>
              <a:ext cx="129272" cy="129272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2781031" y="5758189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757515" y="5758189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734000" y="5758189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710484" y="5758189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781031" y="5959125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757515" y="5959125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734000" y="5959125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710484" y="5959125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691427" y="5870171"/>
              <a:ext cx="129272" cy="1292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667911" y="5870171"/>
              <a:ext cx="129272" cy="12927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644395" y="5870171"/>
              <a:ext cx="129272" cy="12927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620879" y="5870171"/>
              <a:ext cx="129272" cy="12927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4597363" y="5870171"/>
              <a:ext cx="129272" cy="12927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573847" y="5870171"/>
              <a:ext cx="129272" cy="12927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6550331" y="5870171"/>
              <a:ext cx="129272" cy="129272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526815" y="5870171"/>
              <a:ext cx="129272" cy="129272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828063" y="5858657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804547" y="5858657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781031" y="5858657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757515" y="5858657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734000" y="5858657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710484" y="5858657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686968" y="5858657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663452" y="5858657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691427" y="594786"/>
              <a:ext cx="129272" cy="1292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667911" y="594786"/>
              <a:ext cx="129272" cy="12927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644395" y="594786"/>
              <a:ext cx="129272" cy="12927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620879" y="594786"/>
              <a:ext cx="129272" cy="12927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4597363" y="594786"/>
              <a:ext cx="129272" cy="12927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573847" y="594786"/>
              <a:ext cx="129272" cy="12927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6550331" y="594786"/>
              <a:ext cx="129272" cy="129272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526815" y="594786"/>
              <a:ext cx="129272" cy="129272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828063" y="583272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804547" y="583272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781031" y="583272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757515" y="583272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734000" y="583272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710484" y="583272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686968" y="583272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663452" y="583272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402321" y="457822"/>
              <a:ext cx="4339356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Lorem ipsum dolor sit amet, consectetur adipiscing elit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256796" y="1225915"/>
              <a:ext cx="2630406" cy="107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Nulla pulvinar ligula laoreet nulla sollicitudin sodales</a:t>
              </a:r>
            </a:p>
          </p:txBody>
        </p:sp>
        <p:sp>
          <p:nvSpPr>
            <p:cNvPr id="6" name="rc6"/>
            <p:cNvSpPr/>
            <p:nvPr/>
          </p:nvSpPr>
          <p:spPr>
            <a:xfrm>
              <a:off x="0" y="0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54727" y="1846384"/>
              <a:ext cx="6234545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897090" y="1846384"/>
              <a:ext cx="1246909" cy="527538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368864" y="2174653"/>
              <a:ext cx="303361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54727" y="3923683"/>
              <a:ext cx="1202313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7041" y="3923683"/>
              <a:ext cx="1044792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01834" y="3923683"/>
              <a:ext cx="667101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68935" y="3923683"/>
              <a:ext cx="231378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600313" y="3923683"/>
              <a:ext cx="629326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229640" y="3923683"/>
              <a:ext cx="492743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22383" y="3923683"/>
              <a:ext cx="1184351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06735" y="3923683"/>
              <a:ext cx="782537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54727" y="2373923"/>
              <a:ext cx="213569" cy="1087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68296" y="2373923"/>
              <a:ext cx="1402653" cy="1087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0950" y="2373923"/>
              <a:ext cx="1004047" cy="10879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74997" y="2373923"/>
              <a:ext cx="1162035" cy="1087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37033" y="2373923"/>
              <a:ext cx="1384902" cy="10879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21935" y="2373923"/>
              <a:ext cx="685399" cy="1087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307335" y="2373923"/>
              <a:ext cx="179522" cy="108793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486858" y="2373923"/>
              <a:ext cx="202414" cy="108793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1911238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034791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90738" y="4416164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70331" y="4415670"/>
              <a:ext cx="289291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69913" y="4415458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53358" y="441538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24977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28328" y="2865556"/>
              <a:ext cx="289291" cy="104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11369" y="2865697"/>
              <a:ext cx="289291" cy="104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84838" y="2865627"/>
              <a:ext cx="289291" cy="104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819989" y="2866403"/>
              <a:ext cx="289291" cy="103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371559" y="4415246"/>
              <a:ext cx="208905" cy="104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3214" y="4270063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3214" y="2951217"/>
              <a:ext cx="558731" cy="13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Grupo 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96373" y="4304257"/>
              <a:ext cx="448344" cy="93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370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296373" y="2985287"/>
              <a:ext cx="448344" cy="93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287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246909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454727" y="2373923"/>
              <a:ext cx="6234545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689272" y="2373923"/>
              <a:ext cx="207818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97090" y="2373923"/>
              <a:ext cx="1246909" cy="2637692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691427" y="5342632"/>
              <a:ext cx="129272" cy="1292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667911" y="5342632"/>
              <a:ext cx="129272" cy="12927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644395" y="5342632"/>
              <a:ext cx="129272" cy="12927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620879" y="5342632"/>
              <a:ext cx="129272" cy="12927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4597363" y="5342632"/>
              <a:ext cx="129272" cy="12927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573847" y="5342632"/>
              <a:ext cx="129272" cy="12927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6550331" y="5342632"/>
              <a:ext cx="129272" cy="129272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526815" y="5342632"/>
              <a:ext cx="129272" cy="129272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828063" y="533111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804547" y="533111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781031" y="533111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3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757515" y="533111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734000" y="533111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710484" y="533111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686968" y="533111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663452" y="5331118"/>
              <a:ext cx="543346" cy="121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Opción 8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0" y="5011615"/>
              <a:ext cx="9144000" cy="1846384"/>
            </a:xfrm>
            <a:prstGeom prst="rect">
              <a:avLst/>
            </a:prstGeom>
            <a:ln w="5714" cap="rnd">
              <a:solidFill>
                <a:srgbClr val="FF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gonzaloalmendariz</cp:lastModifiedBy>
  <cp:revision>3</cp:revision>
  <dcterms:created xsi:type="dcterms:W3CDTF">2017-02-13T16:18:36Z</dcterms:created>
  <dcterms:modified xsi:type="dcterms:W3CDTF">2026-02-05T09:12:20Z</dcterms:modified>
  <cp:category/>
</cp:coreProperties>
</file>