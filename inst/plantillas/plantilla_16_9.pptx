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7654" autoAdjust="0"/>
    <p:restoredTop sz="94726"/>
  </p:normalViewPr>
  <p:slideViewPr>
    <p:cSldViewPr snapToGrid="0">
      <p:cViewPr varScale="1">
        <p:scale>
          <a:sx n="128" d="100"/>
          <a:sy n="128" d="100"/>
        </p:scale>
        <p:origin x="98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29/11/25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4000"/>
              <a:buFont typeface="Arial"/>
              <a:buNone/>
              <a:defRPr sz="2500" b="1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MX" dirty="0"/>
              <a:t>Haz clic para modificar el estilo de título del patrón</a:t>
            </a:r>
            <a:endParaRPr dirty="0"/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000"/>
              <a:buNone/>
              <a:defRPr sz="1800" b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r>
              <a:rPr lang="es-MX" dirty="0"/>
              <a:t>Haz clic para editar el estilo de subtítulo del patrón</a:t>
            </a:r>
            <a:endParaRPr lang="es-ES" dirty="0"/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DA4C4C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a16:creationId xmlns:a16="http://schemas.microsoft.com/office/drawing/2014/main"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4696744" y="6063986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02060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02060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02060"/>
                </a:buClr>
                <a:buSzPts val="1800"/>
              </a:pPr>
              <a:t>29/11/25</a:t>
            </a:fld>
            <a:endParaRPr lang="en-PE" dirty="0"/>
          </a:p>
        </p:txBody>
      </p:sp>
    </p:spTree>
    <p:extLst>
      <p:ext uri="{BB962C8B-B14F-4D97-AF65-F5344CB8AC3E}">
        <p14:creationId xmlns:p14="http://schemas.microsoft.com/office/powerpoint/2010/main" val="11856291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1">
          <p15:clr>
            <a:srgbClr val="FBAE40"/>
          </p15:clr>
        </p15:guide>
        <p15:guide id="2" pos="483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A4C4C"/>
              </a:buClr>
              <a:buSzPts val="4400"/>
              <a:buFont typeface="Arial"/>
              <a:buNone/>
              <a:defRPr sz="4000" b="1" cap="none">
                <a:solidFill>
                  <a:srgbClr val="DA4C4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MX" dirty="0"/>
              <a:t>Haz clic para modificar el estilo de título del patrón</a:t>
            </a:r>
            <a:endParaRPr dirty="0"/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8DA9DB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a16:creationId xmlns:a16="http://schemas.microsoft.com/office/drawing/2014/main"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75957" y="1152939"/>
            <a:ext cx="11840086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a16:creationId xmlns:a16="http://schemas.microsoft.com/office/drawing/2014/main"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5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957" y="195961"/>
            <a:ext cx="9912259" cy="81884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E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7019717-3B0F-2B2C-CFD0-682D85776B1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63118" y="6360033"/>
            <a:ext cx="4352925" cy="371431"/>
          </a:xfrm>
        </p:spPr>
        <p:txBody>
          <a:bodyPr/>
          <a:lstStyle>
            <a:lvl2pPr algn="r">
              <a:defRPr b="1">
                <a:solidFill>
                  <a:srgbClr val="002060"/>
                </a:solidFill>
              </a:defRPr>
            </a:lvl2pPr>
          </a:lstStyle>
          <a:p>
            <a:pPr lvl="1"/>
            <a:r>
              <a:rPr lang="en-US" dirty="0"/>
              <a:t>Second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70766E7F-B4DE-2943-B31B-5B28DBEB14B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75957" y="6360032"/>
            <a:ext cx="4352925" cy="371431"/>
          </a:xfrm>
        </p:spPr>
        <p:txBody>
          <a:bodyPr/>
          <a:lstStyle>
            <a:lvl2pPr>
              <a:defRPr b="1">
                <a:solidFill>
                  <a:srgbClr val="002060"/>
                </a:solidFill>
              </a:defRPr>
            </a:lvl2pPr>
          </a:lstStyle>
          <a:p>
            <a:pPr lvl="1"/>
            <a:r>
              <a:rPr lang="en-US" dirty="0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DA4C4C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8088516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7446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Índice" preserve="1" userDrawn="1">
  <p:cSld name="Index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a16:creationId xmlns:a16="http://schemas.microsoft.com/office/drawing/2014/main"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a16:creationId xmlns:a16="http://schemas.microsoft.com/office/drawing/2014/main"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a16:creationId xmlns:a16="http://schemas.microsoft.com/office/drawing/2014/main"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a16:creationId xmlns:a16="http://schemas.microsoft.com/office/drawing/2014/main"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a16:creationId xmlns:a16="http://schemas.microsoft.com/office/drawing/2014/main"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a16:creationId xmlns:a16="http://schemas.microsoft.com/office/drawing/2014/main"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6D95D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a16:creationId xmlns:a16="http://schemas.microsoft.com/office/drawing/2014/main"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F09F34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a16:creationId xmlns:a16="http://schemas.microsoft.com/office/drawing/2014/main"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987D9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a16:creationId xmlns:a16="http://schemas.microsoft.com/office/drawing/2014/main"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F5D14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a16:creationId xmlns:a16="http://schemas.microsoft.com/office/drawing/2014/main"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a16:creationId xmlns:a16="http://schemas.microsoft.com/office/drawing/2014/main"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E8E8E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060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0206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a16:creationId xmlns:a16="http://schemas.microsoft.com/office/drawing/2014/main"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DA4C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a16:creationId xmlns:a16="http://schemas.microsoft.com/office/drawing/2014/main"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E8E8E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060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0206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a16:creationId xmlns:a16="http://schemas.microsoft.com/office/drawing/2014/main"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DA4C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a16:creationId xmlns:a16="http://schemas.microsoft.com/office/drawing/2014/main"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E8E8E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060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0206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0206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a16:creationId xmlns:a16="http://schemas.microsoft.com/office/drawing/2014/main"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DA4C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a16:creationId xmlns:a16="http://schemas.microsoft.com/office/drawing/2014/main"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a16:creationId xmlns:a16="http://schemas.microsoft.com/office/drawing/2014/main"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E8E8E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02060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02060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a16:creationId xmlns:a16="http://schemas.microsoft.com/office/drawing/2014/main"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a16:creationId xmlns:a16="http://schemas.microsoft.com/office/drawing/2014/main"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74BD80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a16:creationId xmlns:a16="http://schemas.microsoft.com/office/drawing/2014/main"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DA4C4C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a16:creationId xmlns:a16="http://schemas.microsoft.com/office/drawing/2014/main"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02060"/>
                </a:buClr>
                <a:buSzPct val="100000"/>
                <a:buNone/>
              </a:pPr>
              <a:r>
                <a:rPr lang="es-PE" sz="3600" b="1" dirty="0">
                  <a:solidFill>
                    <a:srgbClr val="002060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156429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7446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270" anchor="ctr">
            <a:normAutofit/>
          </a:bodyPr>
          <a:lstStyle>
            <a:lvl1pPr>
              <a:defRPr sz="2400"/>
            </a:lvl1pPr>
          </a:lstStyle>
          <a:p>
            <a:endParaRPr lang="es-PE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29/11/25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a16:creationId xmlns:a16="http://schemas.microsoft.com/office/drawing/2014/main"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a16:creationId xmlns:a16="http://schemas.microsoft.com/office/drawing/2014/main"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a16:creationId xmlns:a16="http://schemas.microsoft.com/office/drawing/2014/main"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a16:creationId xmlns:a16="http://schemas.microsoft.com/office/drawing/2014/main"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a16:creationId xmlns:a16="http://schemas.microsoft.com/office/drawing/2014/main"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a16:creationId xmlns:a16="http://schemas.microsoft.com/office/drawing/2014/main"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a16:creationId xmlns:a16="http://schemas.microsoft.com/office/drawing/2014/main"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02060"/>
                </a:solidFill>
              </a:defRPr>
            </a:lvl1pPr>
            <a:lvl2pPr algn="just">
              <a:defRPr sz="2000" b="0">
                <a:solidFill>
                  <a:srgbClr val="002060"/>
                </a:solidFill>
              </a:defRPr>
            </a:lvl2pPr>
            <a:lvl3pPr algn="just">
              <a:defRPr sz="2000" b="0">
                <a:solidFill>
                  <a:srgbClr val="002060"/>
                </a:solidFill>
              </a:defRPr>
            </a:lvl3pPr>
            <a:lvl4pPr algn="just">
              <a:defRPr sz="2000" b="0">
                <a:solidFill>
                  <a:srgbClr val="002060"/>
                </a:solidFill>
              </a:defRPr>
            </a:lvl4pPr>
            <a:lvl5pPr algn="just">
              <a:defRPr sz="2000" b="0">
                <a:solidFill>
                  <a:srgbClr val="002060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xmlns:p14="http://schemas.microsoft.com/office/powerpoint/2010/main" val="39463349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8DA9DB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500" u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MX"/>
              <a:t>Haz clic para modificar el estilo de título del patrón</a:t>
            </a:r>
            <a:endParaRPr/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3000">
                <a:solidFill>
                  <a:srgbClr val="666666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</p:spTree>
    <p:extLst>
      <p:ext uri="{BB962C8B-B14F-4D97-AF65-F5344CB8AC3E}">
        <p14:creationId xmlns:p14="http://schemas.microsoft.com/office/powerpoint/2010/main" val="22755402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a16:creationId xmlns:a16="http://schemas.microsoft.com/office/drawing/2014/main"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23213861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userDrawn="1">
  <p:cSld name="Two Content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A4C4C"/>
              </a:buClr>
              <a:buSzPts val="2400"/>
              <a:buFont typeface="Arial"/>
              <a:buNone/>
              <a:defRPr sz="2400" b="1" cap="none">
                <a:solidFill>
                  <a:srgbClr val="DA4C4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MX"/>
              <a:t>Haz clic para modificar el estilo de título del patrón</a:t>
            </a:r>
            <a:endParaRPr dirty="0"/>
          </a:p>
        </p:txBody>
      </p:sp>
      <p:sp>
        <p:nvSpPr>
          <p:cNvPr id="2" name="Place holder 1">
            <a:extLst>
              <a:ext uri="{FF2B5EF4-FFF2-40B4-BE49-F238E27FC236}">
                <a16:creationId xmlns:a16="http://schemas.microsoft.com/office/drawing/2014/main"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600" y="1300480"/>
            <a:ext cx="4297680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PE"/>
          </a:p>
        </p:txBody>
      </p:sp>
      <p:pic>
        <p:nvPicPr>
          <p:cNvPr id="4" name="Imagen 14">
            <a:extLst>
              <a:ext uri="{FF2B5EF4-FFF2-40B4-BE49-F238E27FC236}">
                <a16:creationId xmlns:a16="http://schemas.microsoft.com/office/drawing/2014/main" id="{F5C15CB2-116C-62AB-DF69-FA295C9B465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842669" y="2193692"/>
            <a:ext cx="2506662" cy="2506662"/>
          </a:xfrm>
          <a:prstGeom prst="rect">
            <a:avLst/>
          </a:prstGeom>
        </p:spPr>
      </p:pic>
      <p:sp>
        <p:nvSpPr>
          <p:cNvPr id="5" name="Place holder 2">
            <a:extLst>
              <a:ext uri="{FF2B5EF4-FFF2-40B4-BE49-F238E27FC236}">
                <a16:creationId xmlns:a16="http://schemas.microsoft.com/office/drawing/2014/main"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538720" y="1300480"/>
            <a:ext cx="4297680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0591647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7446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963" y="830318"/>
            <a:ext cx="11358562" cy="1198179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800" b="1" i="0" u="none" strike="noStrike" cap="none" dirty="0" smtClean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600" b="0" i="1" u="none" strike="noStrike" cap="none" dirty="0" smtClean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200" b="0" i="1" u="none" strike="noStrike" cap="none" dirty="0" smtClean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200" b="0" i="1" u="none" strike="noStrike" cap="none" dirty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A4C4C"/>
              </a:buClr>
              <a:buSzPts val="2400"/>
              <a:buFont typeface="Arial"/>
              <a:buNone/>
              <a:defRPr sz="2400" b="1" cap="none">
                <a:solidFill>
                  <a:srgbClr val="DA4C4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MX" dirty="0"/>
              <a:t>Haz clic para modificar el estilo de título del patrón</a:t>
            </a:r>
            <a:endParaRPr dirty="0"/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353620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7446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a16:creationId xmlns:a16="http://schemas.microsoft.com/office/drawing/2014/main"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041836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DA4C4C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29/11/25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694" r:id="rId4"/>
    <p:sldLayoutId id="2147483692" r:id="rId5"/>
    <p:sldLayoutId id="2147483712" r:id="rId6"/>
    <p:sldLayoutId id="2147483693" r:id="rId7"/>
    <p:sldLayoutId id="2147483702" r:id="rId8"/>
    <p:sldLayoutId id="2147483682" r:id="rId9"/>
    <p:sldLayoutId id="2147483688" r:id="rId10"/>
    <p:sldLayoutId id="2147483703" r:id="rId11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DA4C4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00" b="1" i="0" u="none" strike="noStrike" cap="none">
          <a:solidFill>
            <a:srgbClr val="00206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02060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239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 Almendariz Villanueva</cp:lastModifiedBy>
  <cp:revision>47</cp:revision>
  <dcterms:created xsi:type="dcterms:W3CDTF">2025-07-16T05:29:30Z</dcterms:created>
  <dcterms:modified xsi:type="dcterms:W3CDTF">2025-11-29T15:22:39Z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