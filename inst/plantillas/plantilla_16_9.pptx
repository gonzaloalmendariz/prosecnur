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649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9/12/25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9/12/25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9/12/25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81884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9/12/25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9/12/25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694" r:id="rId7"/>
    <p:sldLayoutId id="2147483692" r:id="rId8"/>
    <p:sldLayoutId id="2147483712" r:id="rId9"/>
    <p:sldLayoutId id="2147483693" r:id="rId10"/>
    <p:sldLayoutId id="2147483702" r:id="rId11"/>
    <p:sldLayoutId id="2147483682" r:id="rId12"/>
    <p:sldLayoutId id="2147483688" r:id="rId13"/>
    <p:sldLayoutId id="2147483703" r:id="rId1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58</cp:revision>
  <dcterms:created xsi:type="dcterms:W3CDTF">2025-07-16T05:29:30Z</dcterms:created>
  <dcterms:modified xsi:type="dcterms:W3CDTF">2025-12-09T10:55:31Z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