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29/11/25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5957" y="1152939"/>
            <a:ext cx="11840086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5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57" y="195961"/>
            <a:ext cx="9912259" cy="8188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019717-3B0F-2B2C-CFD0-682D85776B1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5957" y="6342354"/>
            <a:ext cx="4515787" cy="371431"/>
          </a:xfrm>
        </p:spPr>
        <p:txBody>
          <a:bodyPr anchor="ctr" anchorCtr="0">
            <a:normAutofit/>
          </a:bodyPr>
          <a:lstStyle>
            <a:lvl2pPr algn="l">
              <a:defRPr sz="1100" b="1">
                <a:solidFill>
                  <a:srgbClr val="002060"/>
                </a:solidFill>
              </a:defRPr>
            </a:lvl2pPr>
          </a:lstStyle>
          <a:p>
            <a:pPr lvl="1"/>
            <a:r>
              <a:rPr lang="en-US" dirty="0"/>
              <a:t>Second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0766E7F-B4DE-2943-B31B-5B28DBEB14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63118" y="6360033"/>
            <a:ext cx="4352925" cy="371431"/>
          </a:xfrm>
        </p:spPr>
        <p:txBody>
          <a:bodyPr anchor="ctr" anchorCtr="0">
            <a:normAutofit/>
          </a:bodyPr>
          <a:lstStyle>
            <a:lvl2pPr algn="r">
              <a:defRPr sz="1100" b="1">
                <a:solidFill>
                  <a:srgbClr val="002060"/>
                </a:solidFill>
              </a:defRPr>
            </a:lvl2pPr>
          </a:lstStyle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694" r:id="rId4"/>
    <p:sldLayoutId id="2147483692" r:id="rId5"/>
    <p:sldLayoutId id="2147483712" r:id="rId6"/>
    <p:sldLayoutId id="2147483693" r:id="rId7"/>
    <p:sldLayoutId id="2147483702" r:id="rId8"/>
    <p:sldLayoutId id="2147483682" r:id="rId9"/>
    <p:sldLayoutId id="2147483688" r:id="rId10"/>
    <p:sldLayoutId id="2147483703" r:id="rId1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48</cp:revision>
  <dcterms:created xsi:type="dcterms:W3CDTF">2025-07-16T05:29:30Z</dcterms:created>
  <dcterms:modified xsi:type="dcterms:W3CDTF">2025-11-29T17:06:00Z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