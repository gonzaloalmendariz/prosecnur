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7649" autoAdjust="0"/>
    <p:restoredTop sz="94726"/>
  </p:normalViewPr>
  <p:slideViewPr>
    <p:cSldViewPr snapToGrid="0">
      <p:cViewPr varScale="1">
        <p:scale>
          <a:sx n="128" d="100"/>
          <a:sy n="128" d="100"/>
        </p:scale>
        <p:origin x="9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13/03/26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13/03/26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sv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000"/>
              <a:buFont typeface="Arial"/>
              <a:buNone/>
              <a:defRPr sz="2500" b="1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1800" b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s-MX" dirty="0"/>
              <a:t>Haz clic para editar el estilo de subtítulo del patrón</a:t>
            </a:r>
            <a:endParaRPr lang="es-ES" dirty="0"/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a16:creationId xmlns:a16="http://schemas.microsoft.com/office/drawing/2014/main"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696744" y="6063986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02060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02060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02060"/>
                </a:buClr>
                <a:buSzPts val="1800"/>
              </a:pPr>
              <a:t>13/03/26</a:t>
            </a:fld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185629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>
          <p15:clr>
            <a:srgbClr val="FBAE40"/>
          </p15:clr>
        </p15:guide>
        <p15:guide id="2" pos="48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4400"/>
              <a:buFont typeface="Arial"/>
              <a:buNone/>
              <a:defRPr sz="40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a16:creationId xmlns:a16="http://schemas.microsoft.com/office/drawing/2014/main"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a16:creationId xmlns:a16="http://schemas.microsoft.com/office/drawing/2014/main"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195961"/>
            <a:ext cx="9799981" cy="54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54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1143899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783954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778155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142224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119062"/>
            <a:ext cx="9730221" cy="846037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PE" dirty="0"/>
          </a:p>
        </p:txBody>
      </p:sp>
      <p:pic>
        <p:nvPicPr>
          <p:cNvPr id="6" name="Google Shape;66;p47">
            <a:extLst>
              <a:ext uri="{FF2B5EF4-FFF2-40B4-BE49-F238E27FC236}">
                <a16:creationId xmlns:a16="http://schemas.microsoft.com/office/drawing/2014/main"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3212213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02060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DA4C4C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808851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Índice" preserve="1" userDrawn="1">
  <p:cSld name="Index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a16:creationId xmlns:a16="http://schemas.microsoft.com/office/drawing/2014/main"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a16:creationId xmlns:a16="http://schemas.microsoft.com/office/drawing/2014/main"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a16:creationId xmlns:a16="http://schemas.microsoft.com/office/drawing/2014/main"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a16:creationId xmlns:a16="http://schemas.microsoft.com/office/drawing/2014/main"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a16:creationId xmlns:a16="http://schemas.microsoft.com/office/drawing/2014/main"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a16:creationId xmlns:a16="http://schemas.microsoft.com/office/drawing/2014/main"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6D95D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a16:creationId xmlns:a16="http://schemas.microsoft.com/office/drawing/2014/main"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F09F34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a16:creationId xmlns:a16="http://schemas.microsoft.com/office/drawing/2014/main"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987D9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a16:creationId xmlns:a16="http://schemas.microsoft.com/office/drawing/2014/main"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F5D14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a16:creationId xmlns:a16="http://schemas.microsoft.com/office/drawing/2014/main"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a16:creationId xmlns:a16="http://schemas.microsoft.com/office/drawing/2014/main"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a16:creationId xmlns:a16="http://schemas.microsoft.com/office/drawing/2014/main"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a16:creationId xmlns:a16="http://schemas.microsoft.com/office/drawing/2014/main"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a16:creationId xmlns:a16="http://schemas.microsoft.com/office/drawing/2014/main"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a16:creationId xmlns:a16="http://schemas.microsoft.com/office/drawing/2014/main"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E8E8E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2060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0206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0206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a16:creationId xmlns:a16="http://schemas.microsoft.com/office/drawing/2014/main"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DA4C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a16:creationId xmlns:a16="http://schemas.microsoft.com/office/drawing/2014/main"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a16:creationId xmlns:a16="http://schemas.microsoft.com/office/drawing/2014/main"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E8E8E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02060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02060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a16:creationId xmlns:a16="http://schemas.microsoft.com/office/drawing/2014/main"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a16:creationId xmlns:a16="http://schemas.microsoft.com/office/drawing/2014/main"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74BD80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a16:creationId xmlns:a16="http://schemas.microsoft.com/office/drawing/2014/main"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DA4C4C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a16:creationId xmlns:a16="http://schemas.microsoft.com/office/drawing/2014/main"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02060"/>
                </a:buClr>
                <a:buSzPct val="100000"/>
                <a:buNone/>
              </a:pPr>
              <a:r>
                <a:rPr lang="es-PE" sz="3600" b="1" dirty="0">
                  <a:solidFill>
                    <a:srgbClr val="002060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1564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270" anchor="ctr">
            <a:normAutofit/>
          </a:bodyPr>
          <a:lstStyle>
            <a:lvl1pPr>
              <a:defRPr sz="2400"/>
            </a:lvl1pPr>
          </a:lstStyle>
          <a:p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13/03/26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a16:creationId xmlns:a16="http://schemas.microsoft.com/office/drawing/2014/main"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a16:creationId xmlns:a16="http://schemas.microsoft.com/office/drawing/2014/main"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a16:creationId xmlns:a16="http://schemas.microsoft.com/office/drawing/2014/main"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a16:creationId xmlns:a16="http://schemas.microsoft.com/office/drawing/2014/main"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a16:creationId xmlns:a16="http://schemas.microsoft.com/office/drawing/2014/main"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a16:creationId xmlns:a16="http://schemas.microsoft.com/office/drawing/2014/main"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a16:creationId xmlns:a16="http://schemas.microsoft.com/office/drawing/2014/main"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02060"/>
                </a:solidFill>
              </a:defRPr>
            </a:lvl1pPr>
            <a:lvl2pPr algn="just">
              <a:defRPr sz="2000" b="0">
                <a:solidFill>
                  <a:srgbClr val="002060"/>
                </a:solidFill>
              </a:defRPr>
            </a:lvl2pPr>
            <a:lvl3pPr algn="just">
              <a:defRPr sz="2000" b="0">
                <a:solidFill>
                  <a:srgbClr val="002060"/>
                </a:solidFill>
              </a:defRPr>
            </a:lvl3pPr>
            <a:lvl4pPr algn="just">
              <a:defRPr sz="2000" b="0">
                <a:solidFill>
                  <a:srgbClr val="002060"/>
                </a:solidFill>
              </a:defRPr>
            </a:lvl4pPr>
            <a:lvl5pPr algn="just">
              <a:defRPr sz="2000" b="0">
                <a:solidFill>
                  <a:srgbClr val="002060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94633493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DA4C4C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8DA9DB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500" u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/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3000">
                <a:solidFill>
                  <a:srgbClr val="666666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22755402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a16:creationId xmlns:a16="http://schemas.microsoft.com/office/drawing/2014/main"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232138618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sp>
        <p:nvSpPr>
          <p:cNvPr id="2" name="Place holder 1">
            <a:extLst>
              <a:ext uri="{FF2B5EF4-FFF2-40B4-BE49-F238E27FC236}">
                <a16:creationId xmlns:a16="http://schemas.microsoft.com/office/drawing/2014/main"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60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842669" y="2193692"/>
            <a:ext cx="2506662" cy="2506662"/>
          </a:xfrm>
          <a:prstGeom prst="rect">
            <a:avLst/>
          </a:prstGeom>
        </p:spPr>
      </p:pic>
      <p:sp>
        <p:nvSpPr>
          <p:cNvPr id="5" name="Place holder 2">
            <a:extLst>
              <a:ext uri="{FF2B5EF4-FFF2-40B4-BE49-F238E27FC236}">
                <a16:creationId xmlns:a16="http://schemas.microsoft.com/office/drawing/2014/main"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538720" y="1300480"/>
            <a:ext cx="4297680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0591647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065143" y="2714849"/>
            <a:ext cx="2061714" cy="2061714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3" y="1212850"/>
            <a:ext cx="4502742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503240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226796" y="1221582"/>
            <a:ext cx="4503241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226796" y="3754437"/>
            <a:ext cx="4503242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1490820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065143" y="2714849"/>
            <a:ext cx="2061714" cy="2061714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3365683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/>
              <a:t>Haz clic para modificar el estilo de título del patrón</a:t>
            </a:r>
            <a:endParaRPr dirty="0"/>
          </a:p>
        </p:txBody>
      </p:sp>
      <p:pic>
        <p:nvPicPr>
          <p:cNvPr id="4" name="Imagen 14">
            <a:extLst>
              <a:ext uri="{FF2B5EF4-FFF2-40B4-BE49-F238E27FC236}">
                <a16:creationId xmlns:a16="http://schemas.microsoft.com/office/drawing/2014/main" id="{F5C15CB2-116C-62AB-DF69-FA295C9B46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5065143" y="2714849"/>
            <a:ext cx="2061714" cy="2061714"/>
          </a:xfrm>
          <a:prstGeom prst="rect">
            <a:avLst/>
          </a:prstGeom>
        </p:spPr>
      </p:pic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xmlns:p14="http://schemas.microsoft.com/office/powerpoint/2010/main" val="40157899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800" b="1" i="0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6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200" b="0" i="1" u="none" strike="noStrike" cap="none" dirty="0" smtClean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200" b="0" i="1" u="none" strike="noStrike" cap="none" dirty="0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A4C4C"/>
              </a:buClr>
              <a:buSzPts val="2400"/>
              <a:buFont typeface="Arial"/>
              <a:buNone/>
              <a:defRPr sz="2400" b="1" cap="none">
                <a:solidFill>
                  <a:srgbClr val="DA4C4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s-MX" dirty="0"/>
              <a:t>Haz clic para modificar el estilo de título del patrón</a:t>
            </a:r>
            <a:endParaRPr dirty="0"/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353620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7446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a16:creationId xmlns:a16="http://schemas.microsoft.com/office/drawing/2014/main"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041836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DA4C4C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13/03/26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19" r:id="rId7"/>
    <p:sldLayoutId id="2147483720" r:id="rId8"/>
    <p:sldLayoutId id="2147483724" r:id="rId9"/>
    <p:sldLayoutId id="2147483723" r:id="rId10"/>
    <p:sldLayoutId id="2147483694" r:id="rId11"/>
    <p:sldLayoutId id="2147483692" r:id="rId12"/>
    <p:sldLayoutId id="2147483712" r:id="rId13"/>
    <p:sldLayoutId id="2147483693" r:id="rId14"/>
    <p:sldLayoutId id="2147483702" r:id="rId15"/>
    <p:sldLayoutId id="2147483682" r:id="rId16"/>
    <p:sldLayoutId id="2147483718" r:id="rId17"/>
    <p:sldLayoutId id="2147483721" r:id="rId18"/>
    <p:sldLayoutId id="2147483722" r:id="rId19"/>
    <p:sldLayoutId id="2147483688" r:id="rId20"/>
    <p:sldLayoutId id="2147483703" r:id="rId21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DA4C4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00" b="1" i="0" u="none" strike="noStrike" cap="none">
          <a:solidFill>
            <a:srgbClr val="00206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02060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302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 Almendariz Villanueva</cp:lastModifiedBy>
  <cp:revision>66</cp:revision>
  <dcterms:created xsi:type="dcterms:W3CDTF">2025-07-16T05:29:30Z</dcterms:created>
  <dcterms:modified xsi:type="dcterms:W3CDTF">2026-03-13T14:53:36Z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