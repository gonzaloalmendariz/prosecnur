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49" autoAdjust="0"/>
    <p:restoredTop sz="94726"/>
  </p:normalViewPr>
  <p:slideViewPr>
    <p:cSldViewPr snapToGrid="0">
      <p:cViewPr varScale="1">
        <p:scale>
          <a:sx n="128" d="100"/>
          <a:sy n="128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6/12/25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6/12/25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6/12/25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818842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54144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6/12/25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Two Conten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6/12/25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6" r:id="rId5"/>
    <p:sldLayoutId id="2147483694" r:id="rId6"/>
    <p:sldLayoutId id="2147483692" r:id="rId7"/>
    <p:sldLayoutId id="2147483712" r:id="rId8"/>
    <p:sldLayoutId id="2147483693" r:id="rId9"/>
    <p:sldLayoutId id="2147483702" r:id="rId10"/>
    <p:sldLayoutId id="2147483682" r:id="rId11"/>
    <p:sldLayoutId id="2147483688" r:id="rId12"/>
    <p:sldLayoutId id="2147483703" r:id="rId1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56</cp:revision>
  <dcterms:created xsi:type="dcterms:W3CDTF">2025-07-16T05:29:30Z</dcterms:created>
  <dcterms:modified xsi:type="dcterms:W3CDTF">2025-12-07T01:49:28Z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