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7649" autoAdjust="0"/>
    <p:restoredTop sz="94726"/>
  </p:normalViewPr>
  <p:slideViewPr>
    <p:cSldViewPr snapToGrid="0">
      <p:cViewPr varScale="1">
        <p:scale>
          <a:sx n="128" d="100"/>
          <a:sy n="128" d="100"/>
        </p:scale>
        <p:origin x="9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6/12/25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6/12/25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6/12/25</a:t>
            </a:fld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81884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5957" y="6327467"/>
            <a:ext cx="2934991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051" y="228601"/>
            <a:ext cx="9730221" cy="99451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8273" y="377081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371598"/>
            <a:ext cx="11658600" cy="4860238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503738" cy="398463"/>
          </a:xfrm>
        </p:spPr>
        <p:txBody>
          <a:bodyPr>
            <a:noAutofit/>
          </a:bodyPr>
          <a:lstStyle>
            <a:lvl1pPr algn="r">
              <a:defRPr sz="1400"/>
            </a:lvl1pPr>
            <a:lvl2pPr algn="r">
              <a:defRPr sz="1100"/>
            </a:lvl2pPr>
            <a:lvl3pPr algn="r">
              <a:defRPr sz="1100"/>
            </a:lvl3pPr>
            <a:lvl4pPr algn="r">
              <a:defRPr sz="1100"/>
            </a:lvl4pPr>
            <a:lvl5pPr algn="r"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ex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6/12/25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Two Conten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60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42669" y="2193692"/>
            <a:ext cx="2506662" cy="2506662"/>
          </a:xfrm>
          <a:prstGeom prst="rect">
            <a:avLst/>
          </a:prstGeom>
        </p:spPr>
      </p:pic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53872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6/12/25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694" r:id="rId5"/>
    <p:sldLayoutId id="2147483692" r:id="rId6"/>
    <p:sldLayoutId id="2147483712" r:id="rId7"/>
    <p:sldLayoutId id="2147483693" r:id="rId8"/>
    <p:sldLayoutId id="2147483702" r:id="rId9"/>
    <p:sldLayoutId id="2147483682" r:id="rId10"/>
    <p:sldLayoutId id="2147483688" r:id="rId11"/>
    <p:sldLayoutId id="2147483703" r:id="rId12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52</cp:revision>
  <dcterms:created xsi:type="dcterms:W3CDTF">2025-07-16T05:29:30Z</dcterms:created>
  <dcterms:modified xsi:type="dcterms:W3CDTF">2025-12-06T18:44:56Z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